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7" r:id="rId3"/>
    <p:sldId id="16684528" r:id="rId5"/>
    <p:sldId id="16684737" r:id="rId6"/>
    <p:sldId id="16684739" r:id="rId7"/>
    <p:sldId id="16684769" r:id="rId8"/>
    <p:sldId id="16684773" r:id="rId9"/>
    <p:sldId id="16684774" r:id="rId10"/>
    <p:sldId id="16684781" r:id="rId11"/>
    <p:sldId id="16684782" r:id="rId12"/>
    <p:sldId id="16684785" r:id="rId13"/>
    <p:sldId id="16684775" r:id="rId14"/>
    <p:sldId id="16684733" r:id="rId15"/>
    <p:sldId id="16684787" r:id="rId16"/>
    <p:sldId id="16684778" r:id="rId17"/>
    <p:sldId id="16684776" r:id="rId18"/>
    <p:sldId id="16684777" r:id="rId19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3844" userDrawn="1">
          <p15:clr>
            <a:srgbClr val="A4A3A4"/>
          </p15:clr>
        </p15:guide>
        <p15:guide id="8" orient="horz" pos="2053" userDrawn="1">
          <p15:clr>
            <a:srgbClr val="A4A3A4"/>
          </p15:clr>
        </p15:guide>
        <p15:guide id="9" pos="7374" userDrawn="1">
          <p15:clr>
            <a:srgbClr val="A4A3A4"/>
          </p15:clr>
        </p15:guide>
        <p15:guide id="10" pos="91" userDrawn="1">
          <p15:clr>
            <a:srgbClr val="A4A3A4"/>
          </p15:clr>
        </p15:guide>
        <p15:guide id="11" orient="horz" pos="41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7" name="未知用户315" initials="未" lastIdx="0" clrIdx="756"/>
  <p:cmAuthor id="1" name="MI" initials="M" lastIdx="0" clrIdx="0"/>
  <p:cmAuthor id="758" name="未知用户316" initials="未" lastIdx="0" clrIdx="757"/>
  <p:cmAuthor id="2" name="Zhou XiaoYi" initials="ZX" lastIdx="0" clrIdx="1"/>
  <p:cmAuthor id="759" name="未知用户317" initials="未" lastIdx="0" clrIdx="758"/>
  <p:cmAuthor id="3" name="lin liu" initials="ll" lastIdx="0" clrIdx="2"/>
  <p:cmAuthor id="760" name="未知用户318" initials="未" lastIdx="0" clrIdx="759"/>
  <p:cmAuthor id="4" name="zhang genmin" initials="zg" lastIdx="0" clrIdx="3"/>
  <p:cmAuthor id="761" name="未知用户319" initials="未" lastIdx="0" clrIdx="760"/>
  <p:cmAuthor id="5" name="25670" initials="2" lastIdx="0" clrIdx="4"/>
  <p:cmAuthor id="762" name="未知用户244" initials="未" lastIdx="0" clrIdx="761"/>
  <p:cmAuthor id="6" name="orientech" initials="o" lastIdx="0" clrIdx="5"/>
  <p:cmAuthor id="763" name="未知用户323" initials="未" lastIdx="0" clrIdx="762"/>
  <p:cmAuthor id="7" name="Orientech MobileVR" initials="O" lastIdx="0" clrIdx="6"/>
  <p:cmAuthor id="764" name="未知用户324" initials="未" lastIdx="0" clrIdx="763"/>
  <p:cmAuthor id="8" name="Administrator" initials="A" lastIdx="0" clrIdx="7"/>
  <p:cmAuthor id="765" name="wangxinhui" initials="w" lastIdx="0" clrIdx="764"/>
  <p:cmAuthor id="9" name="黄娜斌" initials="黄娜斌" lastIdx="0" clrIdx="8"/>
  <p:cmAuthor id="766" name="未知用户363" initials="未" lastIdx="0" clrIdx="765"/>
  <p:cmAuthor id="10" name="Author" initials="A" lastIdx="0" clrIdx="9"/>
  <p:cmAuthor id="767" name="未知用户459" initials="未" lastIdx="0" clrIdx="766"/>
  <p:cmAuthor id="11" name="wqx" initials="w" lastIdx="0" clrIdx="10"/>
  <p:cmAuthor id="768" name="未知用户470" initials="未" lastIdx="0" clrIdx="767"/>
  <p:cmAuthor id="12" name="lenovo" initials="l" lastIdx="0" clrIdx="11"/>
  <p:cmAuthor id="769" name="未知用户325" initials="未" lastIdx="0" clrIdx="768"/>
  <p:cmAuthor id="13" name="王科的办公助手" initials="王" lastIdx="0" clrIdx="12"/>
  <p:cmAuthor id="770" name="未知用户326" initials="未" lastIdx="0" clrIdx="769"/>
  <p:cmAuthor id="14" name="lhc011" initials="l" lastIdx="0" clrIdx="13"/>
  <p:cmAuthor id="771" name="未知用户365" initials="未" lastIdx="0" clrIdx="770"/>
  <p:cmAuthor id="15" name="jifu xu" initials="jx" lastIdx="0" clrIdx="14"/>
  <p:cmAuthor id="772" name="未知用户460" initials="未" lastIdx="0" clrIdx="771"/>
  <p:cmAuthor id="16" name="zhangshuting" initials="z" lastIdx="0" clrIdx="15"/>
  <p:cmAuthor id="773" name="未知用户366" initials="未" lastIdx="0" clrIdx="772"/>
  <p:cmAuthor id="17" name="user" initials="u" lastIdx="0" clrIdx="16"/>
  <p:cmAuthor id="774" name="未知用户461" initials="未" lastIdx="0" clrIdx="773"/>
  <p:cmAuthor id="18" name="步悦" initials="BY" lastIdx="0" clrIdx="17"/>
  <p:cmAuthor id="775" name="未知用户367" initials="未" lastIdx="0" clrIdx="774"/>
  <p:cmAuthor id="19" name="刘兴平" initials="liu" lastIdx="0" clrIdx="18"/>
  <p:cmAuthor id="776" name="未知用户462" initials="未" lastIdx="0" clrIdx="775"/>
  <p:cmAuthor id="20" name="54036" initials="5" lastIdx="0" clrIdx="19"/>
  <p:cmAuthor id="777" name="未知用户463" initials="未" lastIdx="0" clrIdx="776"/>
  <p:cmAuthor id="21" name="xuyanyan" initials="x" lastIdx="0" clrIdx="20"/>
  <p:cmAuthor id="778" name="未知用户368" initials="未" lastIdx="0" clrIdx="777"/>
  <p:cmAuthor id="22" name="Jenny Jing Zhao" initials="jennyzhao" lastIdx="0" clrIdx="21"/>
  <p:cmAuthor id="779" name="未知用户464" initials="未" lastIdx="0" clrIdx="778"/>
  <p:cmAuthor id="23" name="root" initials="r" lastIdx="0" clrIdx="22"/>
  <p:cmAuthor id="780" name="未知用户369" initials="未" lastIdx="0" clrIdx="779"/>
  <p:cmAuthor id="24" name="63274" initials="6" lastIdx="0" clrIdx="23"/>
  <p:cmAuthor id="781" name="未知用户465" initials="未" lastIdx="0" clrIdx="780"/>
  <p:cmAuthor id="25" name="Francesco Lenzi" initials="FL" lastIdx="0" clrIdx="24"/>
  <p:cmAuthor id="782" name="未知用户466" initials="未" lastIdx="0" clrIdx="781"/>
  <p:cmAuthor id="26" name="程 正平" initials="程" lastIdx="0" clrIdx="25"/>
  <p:cmAuthor id="783" name="未知用户467" initials="未" lastIdx="0" clrIdx="782"/>
  <p:cmAuthor id="27" name="115165581@qq.com" initials="1" lastIdx="0" clrIdx="26"/>
  <p:cmAuthor id="784" name="未知用户468" initials="未" lastIdx="0" clrIdx="783"/>
  <p:cmAuthor id="28" name="yinyanbing" initials="y" lastIdx="0" clrIdx="27"/>
  <p:cmAuthor id="785" name="未知用户426" initials="未" lastIdx="0" clrIdx="784"/>
  <p:cmAuthor id="29" name="作者" initials="A" lastIdx="0" clrIdx="28"/>
  <p:cmAuthor id="786" name="未知用户371" initials="未" lastIdx="0" clrIdx="785"/>
  <p:cmAuthor id="30" name="shupeng" initials="s" lastIdx="0" clrIdx="29"/>
  <p:cmAuthor id="787" name="未知用户372" initials="未" lastIdx="0" clrIdx="786"/>
  <p:cmAuthor id="31" name="陈雅宁" initials="陈" lastIdx="0" clrIdx="30"/>
  <p:cmAuthor id="788" name="未知用户373" initials="未" lastIdx="0" clrIdx="787"/>
  <p:cmAuthor id="32" name="yangliyuan" initials="y" lastIdx="0" clrIdx="31"/>
  <p:cmAuthor id="789" name="未知用户374" initials="未" lastIdx="0" clrIdx="788"/>
  <p:cmAuthor id="33" name="13716720970@163.com" initials="1" lastIdx="0" clrIdx="32"/>
  <p:cmAuthor id="790" name="未知用户469" initials="未" lastIdx="0" clrIdx="789"/>
  <p:cmAuthor id="34" name="admin" initials="a" lastIdx="0" clrIdx="33"/>
  <p:cmAuthor id="791" name="未知用户427" initials="未" lastIdx="0" clrIdx="790"/>
  <p:cmAuthor id="35" name="a_hea" initials="a" lastIdx="0" clrIdx="34"/>
  <p:cmAuthor id="792" name="未知用户375" initials="未" lastIdx="0" clrIdx="791"/>
  <p:cmAuthor id="36" name="vivi" initials="v" lastIdx="0" clrIdx="35"/>
  <p:cmAuthor id="793" name="未知用户376" initials="未" lastIdx="0" clrIdx="792"/>
  <p:cmAuthor id="37" name="User" initials="U" lastIdx="0" clrIdx="36"/>
  <p:cmAuthor id="794" name="未知用户377" initials="未" lastIdx="0" clrIdx="793"/>
  <p:cmAuthor id="38" name="王勇民" initials="王" lastIdx="0" clrIdx="37"/>
  <p:cmAuthor id="795" name="未知用户428" initials="未" lastIdx="0" clrIdx="794"/>
  <p:cmAuthor id="39" name="未知用户4" initials="未" lastIdx="0" clrIdx="38"/>
  <p:cmAuthor id="796" name="未知用户378" initials="未" lastIdx="0" clrIdx="795"/>
  <p:cmAuthor id="40" name="zhao yong" initials="z" lastIdx="0" clrIdx="39"/>
  <p:cmAuthor id="797" name="未知用户379" initials="未" lastIdx="0" clrIdx="796"/>
  <p:cmAuthor id="41" name="蔡刚" initials="蔡" lastIdx="0" clrIdx="40"/>
  <p:cmAuthor id="798" name="未知用户339" initials="未" lastIdx="0" clrIdx="797"/>
  <p:cmAuthor id="42" name="jiaohaihua" initials="j" lastIdx="0" clrIdx="41"/>
  <p:cmAuthor id="799" name="lvcz" initials="l" lastIdx="0" clrIdx="798"/>
  <p:cmAuthor id="43" name="马永涛" initials="马" lastIdx="0" clrIdx="42"/>
  <p:cmAuthor id="800" name="未知用户380" initials="未" lastIdx="0" clrIdx="799"/>
  <p:cmAuthor id="44" name="Shenglong Ma" initials="SM" lastIdx="0" clrIdx="43"/>
  <p:cmAuthor id="801" name="未知用户381" initials="未" lastIdx="0" clrIdx="800"/>
  <p:cmAuthor id="45" name="jg xiao" initials="j" lastIdx="0" clrIdx="44"/>
  <p:cmAuthor id="802" name="未知用户382" initials="未" lastIdx="0" clrIdx="801"/>
  <p:cmAuthor id="46" name="马 鑫" initials="马" lastIdx="0" clrIdx="45"/>
  <p:cmAuthor id="803" name="未知用户383" initials="未" lastIdx="0" clrIdx="802"/>
  <p:cmAuthor id="47" name="CRurNinG" initials="C" lastIdx="0" clrIdx="46"/>
  <p:cmAuthor id="804" name="未知用户384" initials="未" lastIdx="0" clrIdx="803"/>
  <p:cmAuthor id="48" name="SQ-justin" initials="S" lastIdx="0" clrIdx="47"/>
  <p:cmAuthor id="805" name="未知用户294" initials="未" lastIdx="0" clrIdx="804"/>
  <p:cmAuthor id="49" name="liupeng" initials="l" lastIdx="0" clrIdx="48"/>
  <p:cmAuthor id="806" name="未知用户385" initials="未" lastIdx="0" clrIdx="805"/>
  <p:cmAuthor id="50" name="RLZYB-LiuYing" initials="R" lastIdx="0" clrIdx="49"/>
  <p:cmAuthor id="807" name="未知用户386" initials="未" lastIdx="0" clrIdx="806"/>
  <p:cmAuthor id="51" name="杨 光辉" initials="杨" lastIdx="0" clrIdx="50"/>
  <p:cmAuthor id="808" name="未知用户429" initials="未" lastIdx="0" clrIdx="807"/>
  <p:cmAuthor id="52" name="DELL" initials="D" lastIdx="0" clrIdx="51"/>
  <p:cmAuthor id="809" name="未知用户430" initials="未" lastIdx="0" clrIdx="808"/>
  <p:cmAuthor id="53" name="易蕾" initials="易" lastIdx="0" clrIdx="52"/>
  <p:cmAuthor id="810" name="未知用户389" initials="未" lastIdx="0" clrIdx="809"/>
  <p:cmAuthor id="54" name="刘圣林" initials="刘" lastIdx="0" clrIdx="53"/>
  <p:cmAuthor id="811" name="未知用户350" initials="未" lastIdx="0" clrIdx="810"/>
  <p:cmAuthor id="55" name="sudaobo" initials="s" lastIdx="0" clrIdx="54"/>
  <p:cmAuthor id="812" name="未知用户431" initials="未" lastIdx="0" clrIdx="811"/>
  <p:cmAuthor id="56" name="1" initials="1" lastIdx="0" clrIdx="55"/>
  <p:cmAuthor id="813" name="未知用户351" initials="未" lastIdx="0" clrIdx="812"/>
  <p:cmAuthor id="57" name="张庭瑞" initials="张" lastIdx="0" clrIdx="56"/>
  <p:cmAuthor id="814" name="未知用户432" initials="未" lastIdx="0" clrIdx="813"/>
  <p:cmAuthor id="58" name="Yangtianyi" initials="Y" lastIdx="0" clrIdx="57"/>
  <p:cmAuthor id="815" name="未知用户392" initials="未" lastIdx="0" clrIdx="814"/>
  <p:cmAuthor id="59" name="Jun Li" initials="J" lastIdx="0" clrIdx="58"/>
  <p:cmAuthor id="816" name="未知用户433" initials="未" lastIdx="0" clrIdx="815"/>
  <p:cmAuthor id="60" name="刘振权" initials="刘" lastIdx="0" clrIdx="59"/>
  <p:cmAuthor id="817" name="未知用户434" initials="未" lastIdx="0" clrIdx="816"/>
  <p:cmAuthor id="61" name="len" initials="l" lastIdx="0" clrIdx="60"/>
  <p:cmAuthor id="818" name="未知用户393" initials="未" lastIdx="0" clrIdx="817"/>
  <p:cmAuthor id="62" name="xiaofeng yin" initials="x" lastIdx="0" clrIdx="61"/>
  <p:cmAuthor id="819" name="未知用户435" initials="未" lastIdx="0" clrIdx="818"/>
  <p:cmAuthor id="63" name="陈 润葆" initials="陈" lastIdx="0" clrIdx="62"/>
  <p:cmAuthor id="820" name="未知用户356" initials="未" lastIdx="0" clrIdx="819"/>
  <p:cmAuthor id="64" name="zhouqing" initials="z" lastIdx="0" clrIdx="63"/>
  <p:cmAuthor id="821" name="未知用户436" initials="未" lastIdx="0" clrIdx="820"/>
  <p:cmAuthor id="65" name="王晨昊" initials="王" lastIdx="0" clrIdx="64"/>
  <p:cmAuthor id="822" name="未知用户396" initials="未" lastIdx="0" clrIdx="821"/>
  <p:cmAuthor id="66" name="ttwisdom2@outlook.com" initials="t" lastIdx="0" clrIdx="65"/>
  <p:cmAuthor id="823" name="未知用户437" initials="未" lastIdx="0" clrIdx="822"/>
  <p:cmAuthor id="67" name="未知用户2" initials="未" lastIdx="0" clrIdx="66"/>
  <p:cmAuthor id="824" name="未知用户397" initials="未" lastIdx="0" clrIdx="823"/>
  <p:cmAuthor id="68" name="8613480159771" initials="8" lastIdx="0" clrIdx="67"/>
  <p:cmAuthor id="825" name="未知用户419" initials="未" lastIdx="0" clrIdx="824"/>
  <p:cmAuthor id="69" name="孙晓晨" initials="孙" lastIdx="0" clrIdx="68"/>
  <p:cmAuthor id="826" name="未知用户399" initials="未" lastIdx="0" clrIdx="825"/>
  <p:cmAuthor id="70" name="Shuai Cui" initials="S" lastIdx="0" clrIdx="69"/>
  <p:cmAuthor id="827" name="未知用户438" initials="未" lastIdx="0" clrIdx="826"/>
  <p:cmAuthor id="71" name="殷素丽" initials="殷" lastIdx="0" clrIdx="70"/>
  <p:cmAuthor id="828" name="未知用户401" initials="未" lastIdx="0" clrIdx="827"/>
  <p:cmAuthor id="72" name="A" initials="A" lastIdx="0" clrIdx="71"/>
  <p:cmAuthor id="829" name="未知用户402" initials="未" lastIdx="0" clrIdx="828"/>
  <p:cmAuthor id="73" name="未知用户1" initials="未" lastIdx="0" clrIdx="72"/>
  <p:cmAuthor id="830" name="未知用户403" initials="未" lastIdx="0" clrIdx="829"/>
  <p:cmAuthor id="74" name="li shuiping" initials="l" lastIdx="0" clrIdx="73"/>
  <p:cmAuthor id="831" name="未知用户327" initials="未" lastIdx="0" clrIdx="830"/>
  <p:cmAuthor id="75" name="备用电脑2" initials="备" lastIdx="0" clrIdx="74"/>
  <p:cmAuthor id="832" name="未知用户404" initials="未" lastIdx="0" clrIdx="831"/>
  <p:cmAuthor id="76" name="学谦" initials="学" lastIdx="0" clrIdx="75"/>
  <p:cmAuthor id="833" name="未知用户405" initials="未" lastIdx="0" clrIdx="832"/>
  <p:cmAuthor id="77" name="zhang yaqi" initials="zy" lastIdx="0" clrIdx="76"/>
  <p:cmAuthor id="834" name="未知用户439" initials="未" lastIdx="0" clrIdx="833"/>
  <p:cmAuthor id="78" name="未知用户9" initials="未知用户9" lastIdx="0" clrIdx="77"/>
  <p:cmAuthor id="835" name="未知用户406" initials="未" lastIdx="0" clrIdx="834"/>
  <p:cmAuthor id="79" name="郝江涛" initials="郝" lastIdx="0" clrIdx="78"/>
  <p:cmAuthor id="836" name="未知用户440" initials="未" lastIdx="0" clrIdx="835"/>
  <p:cmAuthor id="80" name="Ge Jack" initials="GJ" lastIdx="0" clrIdx="79"/>
  <p:cmAuthor id="837" name="未知用户441" initials="未" lastIdx="0" clrIdx="836"/>
  <p:cmAuthor id="81" name="Zhou Xin" initials="ZX" lastIdx="0" clrIdx="80"/>
  <p:cmAuthor id="838" name="未知用户442" initials="未" lastIdx="0" clrIdx="837"/>
  <p:cmAuthor id="82" name="Wang H" initials="W" lastIdx="0" clrIdx="81"/>
  <p:cmAuthor id="839" name="未知用户409" initials="未" lastIdx="0" clrIdx="838"/>
  <p:cmAuthor id="83" name="zf" initials="z" lastIdx="0" clrIdx="82"/>
  <p:cmAuthor id="840" name="Lccc、" initials="L" lastIdx="0" clrIdx="839"/>
  <p:cmAuthor id="84" name="李 龙飞" initials="李" lastIdx="0" clrIdx="83"/>
  <p:cmAuthor id="841" name="殷格非" initials="殷" lastIdx="0" clrIdx="840"/>
  <p:cmAuthor id="85" name="86186" initials="8" lastIdx="0" clrIdx="84"/>
  <p:cmAuthor id="842" name="z r" initials="zr" lastIdx="0" clrIdx="841"/>
  <p:cmAuthor id="86" name="86137" initials="8" lastIdx="0" clrIdx="85"/>
  <p:cmAuthor id="843" name="zhang wenxuan" initials="zw" lastIdx="0" clrIdx="842"/>
  <p:cmAuthor id="87" name="liman zhao" initials="lz" lastIdx="0" clrIdx="86"/>
  <p:cmAuthor id="844" name="Aqf" initials="A" lastIdx="0" clrIdx="843"/>
  <p:cmAuthor id="88" name="从荣" initials="C" lastIdx="0" clrIdx="87"/>
  <p:cmAuthor id="845" name="未知的使用者4" initials="未" lastIdx="0" clrIdx="844"/>
  <p:cmAuthor id="89" name="张 文康" initials="张" lastIdx="0" clrIdx="88"/>
  <p:cmAuthor id="846" name="MLOONG" initials="M" lastIdx="0" clrIdx="845"/>
  <p:cmAuthor id="90" name="Yao, Lucas Lu" initials="YLL" lastIdx="0" clrIdx="89"/>
  <p:cmAuthor id="847" name="沈霄雷" initials="沈" lastIdx="0" clrIdx="846"/>
  <p:cmAuthor id="91" name="8613683674516" initials="8" lastIdx="0" clrIdx="90"/>
  <p:cmAuthor id="848" name="张钰" initials="张" lastIdx="0" clrIdx="847"/>
  <p:cmAuthor id="92" name="大江东去" initials="大江东去" lastIdx="0" clrIdx="91"/>
  <p:cmAuthor id="849" name="吕佳欣" initials="l" lastIdx="0" clrIdx="848"/>
  <p:cmAuthor id="93" name="ne_liu" initials="n" lastIdx="0" clrIdx="92"/>
  <p:cmAuthor id="850" name="群智集" initials="群" lastIdx="0" clrIdx="849"/>
  <p:cmAuthor id="94" name="Zeng Rui" initials="Z" lastIdx="0" clrIdx="93"/>
  <p:cmAuthor id="851" name="unicom" initials="" lastIdx="0" clrIdx="850"/>
  <p:cmAuthor id="95" name="Alyssa Jones" initials="A" lastIdx="0" clrIdx="94"/>
  <p:cmAuthor id="852" name="席琛" initials="" lastIdx="0" clrIdx="851"/>
  <p:cmAuthor id="96" name="王霄" initials="王" lastIdx="0" clrIdx="95"/>
  <p:cmAuthor id="853" name="李 嘉" initials="李" lastIdx="0" clrIdx="852"/>
  <p:cmAuthor id="97" name="Karri Alexion-Tiernan" initials="K" lastIdx="0" clrIdx="96"/>
  <p:cmAuthor id="854" name="未知用户7" initials="" lastIdx="0" clrIdx="853"/>
  <p:cmAuthor id="98" name="Kate Kuzel" initials="K" lastIdx="0" clrIdx="97"/>
  <p:cmAuthor id="855" name="王雅平_aUvyjQZr" initials="authorId_244729476" lastIdx="0" clrIdx="854"/>
  <p:cmAuthor id="99" name="傅正斌" initials="傅" lastIdx="0" clrIdx="98"/>
  <p:cmAuthor id="856" name="未知用户6" initials="" lastIdx="0" clrIdx="855"/>
  <p:cmAuthor id="100" name="曾蓓/贝贝" initials="曾" lastIdx="0" clrIdx="99"/>
  <p:cmAuthor id="857" name="王 蒙" initials="王" lastIdx="0" clrIdx="856"/>
  <p:cmAuthor id="101" name="zoup11" initials="z" lastIdx="0" clrIdx="100"/>
  <p:cmAuthor id="858" name="张世伟(ZHANG Shiwei)" initials="张世伟(ZHANG" lastIdx="0" clrIdx="857"/>
  <p:cmAuthor id="102" name="10066351" initials="1" lastIdx="0" clrIdx="101"/>
  <p:cmAuthor id="859" name="毕邺" initials="党委办公室" lastIdx="0" clrIdx="858"/>
  <p:cmAuthor id="103" name="蔡建楠" initials="caijianna" lastIdx="0" clrIdx="102"/>
  <p:cmAuthor id="860" name="小延魔法师" initials="小" lastIdx="0" clrIdx="859"/>
  <p:cmAuthor id="104" name="梁亚栋" initials="authorId_233440905" lastIdx="0" clrIdx="103"/>
  <p:cmAuthor id="861" name="刘春杰10244342" initials="刘春杰10244342" lastIdx="0" clrIdx="860"/>
  <p:cmAuthor id="105" name=" " initials="" lastIdx="0" clrIdx="104"/>
  <p:cmAuthor id="862" name="li hui" initials="lh" lastIdx="0" clrIdx="861"/>
  <p:cmAuthor id="106" name="施普希（菜菜）" initials="施" lastIdx="0" clrIdx="105"/>
  <p:cmAuthor id="863" name="Gaofugui(Jiangsu,NPS)" initials="G" lastIdx="0" clrIdx="862"/>
  <p:cmAuthor id="107" name="曹 朝辉" initials="曹" lastIdx="0" clrIdx="106"/>
  <p:cmAuthor id="864" name="仇怿俊" initials="仇" lastIdx="0" clrIdx="863"/>
  <p:cmAuthor id="108" name="辛清明" initials="x" lastIdx="0" clrIdx="107"/>
  <p:cmAuthor id="865" name="Xiaosu Wang" initials="XW" lastIdx="0" clrIdx="864"/>
  <p:cmAuthor id="109" name="王凯10177225" initials="王凯10177225" lastIdx="0" clrIdx="108"/>
  <p:cmAuthor id="866" name="jsb" initials="j" lastIdx="0" clrIdx="865"/>
  <p:cmAuthor id="110" name="huangkj@bjtu.edu.cn" initials="hkj" lastIdx="0" clrIdx="109"/>
  <p:cmAuthor id="867" name="韩雨" initials="韩" lastIdx="0" clrIdx="866"/>
  <p:cmAuthor id="111" name="Celine Qian" initials="" lastIdx="0" clrIdx="110"/>
  <p:cmAuthor id="868" name="9526" initials="9" lastIdx="0" clrIdx="867"/>
  <p:cmAuthor id="112" name="未知用户443" initials="未" lastIdx="0" clrIdx="111"/>
  <p:cmAuthor id="869" name="office2007" initials="o" lastIdx="0" clrIdx="868"/>
  <p:cmAuthor id="113" name="未知用户411" initials="未" lastIdx="0" clrIdx="112"/>
  <p:cmAuthor id="870" name="asus" initials="a" lastIdx="0" clrIdx="869"/>
  <p:cmAuthor id="114" name="未知用户444" initials="未" lastIdx="0" clrIdx="113"/>
  <p:cmAuthor id="871" name="lvcha" initials="l" lastIdx="0" clrIdx="870"/>
  <p:cmAuthor id="115" name="未知用户413" initials="未" lastIdx="0" clrIdx="114"/>
  <p:cmAuthor id="872" name="wangjin" initials="w" lastIdx="0" clrIdx="871"/>
  <p:cmAuthor id="116" name="未知用户445" initials="未" lastIdx="0" clrIdx="115"/>
  <p:cmAuthor id="873" name="姜伟光" initials="姜" lastIdx="0" clrIdx="872"/>
  <p:cmAuthor id="117" name="未知用户446" initials="未" lastIdx="0" clrIdx="116"/>
  <p:cmAuthor id="874" name="王苗苗(wangmiaomiao)" initials="w" lastIdx="0" clrIdx="873"/>
  <p:cmAuthor id="118" name="未知用户447" initials="未" lastIdx="0" clrIdx="117"/>
  <p:cmAuthor id="875" name="zhou hongwei" initials="zh" lastIdx="0" clrIdx="874"/>
  <p:cmAuthor id="119" name="未知用户448" initials="未" lastIdx="0" clrIdx="118"/>
  <p:cmAuthor id="876" name="hxb" initials="h" lastIdx="0" clrIdx="875"/>
  <p:cmAuthor id="120" name="未知用户333" initials="未" lastIdx="0" clrIdx="119"/>
  <p:cmAuthor id="877" name="郑黎莹" initials="郑" lastIdx="0" clrIdx="876"/>
  <p:cmAuthor id="121" name="未知用户417" initials="未" lastIdx="0" clrIdx="120"/>
  <p:cmAuthor id="878" name="changxianjun xianjun" initials="cx" lastIdx="0" clrIdx="877"/>
  <p:cmAuthor id="122" name="未知用户449" initials="未" lastIdx="0" clrIdx="121"/>
  <p:cmAuthor id="879" name="熊先奎10009191" initials="熊先奎10009191" lastIdx="0" clrIdx="878"/>
  <p:cmAuthor id="123" name="未知用户418" initials="未" lastIdx="0" clrIdx="122"/>
  <p:cmAuthor id="880" name="yang li" initials="yl" lastIdx="0" clrIdx="879"/>
  <p:cmAuthor id="124" name="未知用户450" initials="未" lastIdx="0" clrIdx="123"/>
  <p:cmAuthor id="881" name="李 里" initials="李" lastIdx="0" clrIdx="880"/>
  <p:cmAuthor id="125" name="未知用户423" initials="未" lastIdx="0" clrIdx="124"/>
  <p:cmAuthor id="882" name="li kai" initials="lk" lastIdx="0" clrIdx="881"/>
  <p:cmAuthor id="126" name="未知用户424" initials="未" lastIdx="0" clrIdx="125"/>
  <p:cmAuthor id="883" name="hewen" initials="h" lastIdx="0" clrIdx="882"/>
  <p:cmAuthor id="127" name="未知用户425" initials="未" lastIdx="0" clrIdx="126"/>
  <p:cmAuthor id="884" name="10710" initials="1" lastIdx="0" clrIdx="883"/>
  <p:cmAuthor id="128" name="未知用户451" initials="未" lastIdx="0" clrIdx="127"/>
  <p:cmAuthor id="885" name="zhangtingrui" initials="z" lastIdx="0" clrIdx="884"/>
  <p:cmAuthor id="129" name="未知用户452" initials="未" lastIdx="0" clrIdx="128"/>
  <p:cmAuthor id="886" name="邢晨雅" initials="邢" lastIdx="0" clrIdx="885"/>
  <p:cmAuthor id="130" name="未知用户453" initials="未" lastIdx="0" clrIdx="129"/>
  <p:cmAuthor id="887" name="honor" initials="h" lastIdx="0" clrIdx="886"/>
  <p:cmAuthor id="131" name="未知用户454" initials="未" lastIdx="0" clrIdx="130"/>
  <p:cmAuthor id="888" name="xingchenya" initials="x" lastIdx="0" clrIdx="887"/>
  <p:cmAuthor id="132" name="未知用户455" initials="未" lastIdx="0" clrIdx="131"/>
  <p:cmAuthor id="889" name="00065088" initials="0" lastIdx="0" clrIdx="888"/>
  <p:cmAuthor id="133" name="未知用户456" initials="未" lastIdx="0" clrIdx="132"/>
  <p:cmAuthor id="890" name="John" initials="J" lastIdx="0" clrIdx="889"/>
  <p:cmAuthor id="134" name="未知用户457" initials="未" lastIdx="0" clrIdx="133"/>
  <p:cmAuthor id="135" name="August" initials="A" lastIdx="0" clrIdx="134"/>
  <p:cmAuthor id="136" name="未知用户458" initials="未" lastIdx="0" clrIdx="135"/>
  <p:cmAuthor id="137" name="仝德志" initials="" lastIdx="0" clrIdx="136"/>
  <p:cmAuthor id="138" name="風輕 雲淡" initials="風輕" lastIdx="0" clrIdx="137"/>
  <p:cmAuthor id="139" name="未知的使用者19" initials="未" lastIdx="0" clrIdx="138"/>
  <p:cmAuthor id="140" name="steven.jiang" initials="s" lastIdx="0" clrIdx="139"/>
  <p:cmAuthor id="141" name="未知的使用者21" initials="未" lastIdx="0" clrIdx="140"/>
  <p:cmAuthor id="142" name="未知的使用者17" initials="未" lastIdx="0" clrIdx="141"/>
  <p:cmAuthor id="143" name="未知的使用者18" initials="未" lastIdx="0" clrIdx="142"/>
  <p:cmAuthor id="144" name="未知的使用者15" initials="未" lastIdx="0" clrIdx="143"/>
  <p:cmAuthor id="145" name="Unknown User8" initials="U" lastIdx="0" clrIdx="144"/>
  <p:cmAuthor id="146" name="未知用户37" initials="" lastIdx="0" clrIdx="145"/>
  <p:cmAuthor id="147" name="RS001" initials="" lastIdx="0" clrIdx="146"/>
  <p:cmAuthor id="148" name="Unknown User22" initials="" lastIdx="0" clrIdx="147"/>
  <p:cmAuthor id="149" name="jet" initials="" lastIdx="0" clrIdx="148"/>
  <p:cmAuthor id="150" name="Unknown User23" initials="" lastIdx="0" clrIdx="149"/>
  <p:cmAuthor id="151" name="未知的使用者81" initials="未" lastIdx="0" clrIdx="150"/>
  <p:cmAuthor id="152" name="未知的使用者75" initials="" lastIdx="0" clrIdx="151"/>
  <p:cmAuthor id="153" name="未知的使用者77" initials="" lastIdx="0" clrIdx="152"/>
  <p:cmAuthor id="154" name="未知的使用者92" initials="" lastIdx="0" clrIdx="153"/>
  <p:cmAuthor id="155" name="未知的使用者78" initials="" lastIdx="0" clrIdx="154"/>
  <p:cmAuthor id="156" name="未知的使用者79" initials="" lastIdx="0" clrIdx="155"/>
  <p:cmAuthor id="157" name="未知用户107" initials="" lastIdx="0" clrIdx="156"/>
  <p:cmAuthor id="158" name="未知的使用者80" initials="" lastIdx="0" clrIdx="157"/>
  <p:cmAuthor id="159" name="未知用户51" initials="" lastIdx="0" clrIdx="158"/>
  <p:cmAuthor id="160" name="未知的使用者82" initials="" lastIdx="0" clrIdx="159"/>
  <p:cmAuthor id="161" name="未知的使用者83" initials="" lastIdx="0" clrIdx="160"/>
  <p:cmAuthor id="162" name="未知的使用者118" initials="" lastIdx="0" clrIdx="161"/>
  <p:cmAuthor id="163" name="未知的使用者84" initials="" lastIdx="0" clrIdx="162"/>
  <p:cmAuthor id="164" name="未知的使用者70" initials="" lastIdx="0" clrIdx="163"/>
  <p:cmAuthor id="165" name="未知的使用者85" initials="" lastIdx="0" clrIdx="164"/>
  <p:cmAuthor id="166" name="未知的使用者40" initials="" lastIdx="0" clrIdx="165"/>
  <p:cmAuthor id="167" name="未知的使用者87" initials="" lastIdx="0" clrIdx="166"/>
  <p:cmAuthor id="168" name="曾红" initials="" lastIdx="0" clrIdx="167"/>
  <p:cmAuthor id="169" name="未知的使用者90" initials="" lastIdx="0" clrIdx="168"/>
  <p:cmAuthor id="170" name="未知的使用者29" initials="" lastIdx="0" clrIdx="169"/>
  <p:cmAuthor id="171" name="未知的使用者91" initials="" lastIdx="0" clrIdx="170"/>
  <p:cmAuthor id="172" name="未知的使用者98" initials="" lastIdx="0" clrIdx="171"/>
  <p:cmAuthor id="173" name="CHRISYU" initials="" lastIdx="0" clrIdx="172"/>
  <p:cmAuthor id="174" name="未知的使用者113" initials="" lastIdx="0" clrIdx="173"/>
  <p:cmAuthor id="175" name="liucunri" initials="" lastIdx="0" clrIdx="174"/>
  <p:cmAuthor id="176" name="Unknown User48" initials="" lastIdx="0" clrIdx="175"/>
  <p:cmAuthor id="177" name="未知用户103" initials="" lastIdx="0" clrIdx="176"/>
  <p:cmAuthor id="178" name="Unknown User52" initials="" lastIdx="0" clrIdx="177"/>
  <p:cmAuthor id="179" name="未知的使用者42" initials="" lastIdx="0" clrIdx="178"/>
  <p:cmAuthor id="180" name="Unknown User50" initials="" lastIdx="0" clrIdx="179"/>
  <p:cmAuthor id="181" name="未知的使用者120" initials="" lastIdx="0" clrIdx="180"/>
  <p:cmAuthor id="182" name="px" initials="" lastIdx="0" clrIdx="181"/>
  <p:cmAuthor id="183" name="Evonlin" initials="E" lastIdx="0" clrIdx="182"/>
  <p:cmAuthor id="184" name="微软用户" initials="" lastIdx="0" clrIdx="183"/>
  <p:cmAuthor id="185" name="未知的使用者73" initials="" lastIdx="0" clrIdx="184"/>
  <p:cmAuthor id="186" name="未知的使用者24" initials="" lastIdx="0" clrIdx="185"/>
  <p:cmAuthor id="187" name="未知用户16" initials="" lastIdx="0" clrIdx="186"/>
  <p:cmAuthor id="188" name="Mary Feil-Jacobs" initials="" lastIdx="0" clrIdx="187"/>
  <p:cmAuthor id="189" name="LiuHui" initials="" lastIdx="0" clrIdx="188"/>
  <p:cmAuthor id="190" name="未知的使用者45" initials="" lastIdx="0" clrIdx="189"/>
  <p:cmAuthor id="191" name="王鹏凯" initials="" lastIdx="0" clrIdx="190"/>
  <p:cmAuthor id="192" name="未知用户104" initials="" lastIdx="0" clrIdx="191"/>
  <p:cmAuthor id="193" name="未知的使用者10" initials="" lastIdx="0" clrIdx="192"/>
  <p:cmAuthor id="194" name="未知的使用者93" initials="" lastIdx="0" clrIdx="193"/>
  <p:cmAuthor id="195" name="LeeElva" initials="" lastIdx="0" clrIdx="194"/>
  <p:cmAuthor id="196" name="未知用户99" initials="" lastIdx="0" clrIdx="195"/>
  <p:cmAuthor id="197" name="未知的使用者34" initials="" lastIdx="0" clrIdx="196"/>
  <p:cmAuthor id="198" name="未知的使用者115" initials="" lastIdx="0" clrIdx="197"/>
  <p:cmAuthor id="199" name="未知用户57" initials="" lastIdx="0" clrIdx="198"/>
  <p:cmAuthor id="200" name="lianghb" initials="" lastIdx="0" clrIdx="199"/>
  <p:cmAuthor id="201" name="未知用户17" initials="" lastIdx="0" clrIdx="200"/>
  <p:cmAuthor id="202" name="Deanna Schuler (Bookey Consulting)" initials="" lastIdx="0" clrIdx="201"/>
  <p:cmAuthor id="203" name="未知的使用者57" initials="" lastIdx="0" clrIdx="202"/>
  <p:cmAuthor id="204" name="未知的使用者16" initials="" lastIdx="0" clrIdx="203"/>
  <p:cmAuthor id="205" name="未知的使用者35" initials="" lastIdx="0" clrIdx="204"/>
  <p:cmAuthor id="206" name="未知用户102" initials="" lastIdx="0" clrIdx="205"/>
  <p:cmAuthor id="207" name="maxine" initials="" lastIdx="0" clrIdx="206"/>
  <p:cmAuthor id="208" name="未知的使用者121" initials="" lastIdx="0" clrIdx="207"/>
  <p:cmAuthor id="209" name="未知的使用者12" initials="" lastIdx="0" clrIdx="208"/>
  <p:cmAuthor id="210" name="周元元" initials="" lastIdx="0" clrIdx="209"/>
  <p:cmAuthor id="211" name="未知的使用者27" initials="" lastIdx="0" clrIdx="210"/>
  <p:cmAuthor id="212" name="未知的使用者30" initials="" lastIdx="0" clrIdx="211"/>
  <p:cmAuthor id="213" name="未知的使用者53" initials="" lastIdx="0" clrIdx="212"/>
  <p:cmAuthor id="214" name="未知用户58" initials="" lastIdx="0" clrIdx="213"/>
  <p:cmAuthor id="215" name="未知的使用者25" initials="" lastIdx="0" clrIdx="214"/>
  <p:cmAuthor id="216" name="未知用户24" initials="" lastIdx="0" clrIdx="215"/>
  <p:cmAuthor id="217" name="AbuSina" initials="" lastIdx="0" clrIdx="216"/>
  <p:cmAuthor id="218" name="hl sun" initials="" lastIdx="0" clrIdx="217"/>
  <p:cmAuthor id="219" name="未知的使用者94" initials="" lastIdx="0" clrIdx="218"/>
  <p:cmAuthor id="220" name="未知用户66" initials="" lastIdx="0" clrIdx="219"/>
  <p:cmAuthor id="221" name="未知用户19" initials="" lastIdx="0" clrIdx="220"/>
  <p:cmAuthor id="222" name="周宏達JerryChou" initials="" lastIdx="0" clrIdx="221"/>
  <p:cmAuthor id="223" name="未知的使用者56" initials="" lastIdx="0" clrIdx="222"/>
  <p:cmAuthor id="224" name="未知的使用者119" initials="" lastIdx="0" clrIdx="223"/>
  <p:cmAuthor id="225" name="未知用户59" initials="" lastIdx="0" clrIdx="224"/>
  <p:cmAuthor id="226" name="未知的使用者22" initials="" lastIdx="0" clrIdx="225"/>
  <p:cmAuthor id="227" name="未知的使用者103" initials="" lastIdx="0" clrIdx="226"/>
  <p:cmAuthor id="228" name="Wenwen" initials="" lastIdx="0" clrIdx="227"/>
  <p:cmAuthor id="229" name="未知的使用者117" initials="" lastIdx="0" clrIdx="228"/>
  <p:cmAuthor id="230" name="未知的使用者33" initials="" lastIdx="0" clrIdx="229"/>
  <p:cmAuthor id="231" name="未知的使用者28" initials="" lastIdx="0" clrIdx="230"/>
  <p:cmAuthor id="232" name="未知用户67" initials="" lastIdx="0" clrIdx="231"/>
  <p:cmAuthor id="233" name="未知用户114" initials="" lastIdx="0" clrIdx="232"/>
  <p:cmAuthor id="234" name="未知用户18" initials="" lastIdx="0" clrIdx="233"/>
  <p:cmAuthor id="235" name="未知的使用者67" initials="" lastIdx="0" clrIdx="234"/>
  <p:cmAuthor id="236" name="未知的使用者46" initials="" lastIdx="0" clrIdx="235"/>
  <p:cmAuthor id="237" name="未知的使用者26" initials="" lastIdx="0" clrIdx="236"/>
  <p:cmAuthor id="238" name="未知的使用者43" initials="" lastIdx="0" clrIdx="237"/>
  <p:cmAuthor id="239" name="未知的使用者9" initials="" lastIdx="0" clrIdx="238"/>
  <p:cmAuthor id="240" name="未知用户62" initials="" lastIdx="0" clrIdx="239"/>
  <p:cmAuthor id="241" name="yuanzh" initials="" lastIdx="0" clrIdx="240"/>
  <p:cmAuthor id="242" name="不明使用者57" initials="" lastIdx="0" clrIdx="241"/>
  <p:cmAuthor id="243" name="未知用户108" initials="" lastIdx="0" clrIdx="242"/>
  <p:cmAuthor id="244" name="未知的使用者110" initials="" lastIdx="0" clrIdx="243"/>
  <p:cmAuthor id="245" name="linyd" initials="" lastIdx="0" clrIdx="244"/>
  <p:cmAuthor id="246" name="未知用户8" initials="" lastIdx="0" clrIdx="245"/>
  <p:cmAuthor id="247" name="未知的使用者31" initials="" lastIdx="0" clrIdx="246"/>
  <p:cmAuthor id="248" name="未知用户81" initials="" lastIdx="0" clrIdx="247"/>
  <p:cmAuthor id="249" name="未知用户115" initials="" lastIdx="0" clrIdx="248"/>
  <p:cmAuthor id="250" name="未知用户21" initials="" lastIdx="0" clrIdx="249"/>
  <p:cmAuthor id="251" name="未知的使用者68" initials="" lastIdx="0" clrIdx="250"/>
  <p:cmAuthor id="252" name="mm" initials="" lastIdx="0" clrIdx="251"/>
  <p:cmAuthor id="253" name="未知用户15" initials="" lastIdx="0" clrIdx="252"/>
  <p:cmAuthor id="254" name="朱晓瑜" initials="" lastIdx="0" clrIdx="253"/>
  <p:cmAuthor id="255" name="不明使用者20" initials="" lastIdx="0" clrIdx="254"/>
  <p:cmAuthor id="256" name="未知用户82" initials="" lastIdx="0" clrIdx="255"/>
  <p:cmAuthor id="257" name="未知的使用者7" initials="" lastIdx="0" clrIdx="256"/>
  <p:cmAuthor id="258" name="未知的使用者55" initials="" lastIdx="0" clrIdx="257"/>
  <p:cmAuthor id="259" name="未知的使用者111" initials="" lastIdx="0" clrIdx="258"/>
  <p:cmAuthor id="260" name="未知的使用者50" initials="" lastIdx="0" clrIdx="259"/>
  <p:cmAuthor id="261" name="未知的使用者11" initials="" lastIdx="0" clrIdx="260"/>
  <p:cmAuthor id="262" name="未知用户47" initials="" lastIdx="0" clrIdx="261"/>
  <p:cmAuthor id="263" name="未知用户106" initials="未" lastIdx="0" clrIdx="262"/>
  <p:cmAuthor id="264" name="未知用户116" initials="" lastIdx="0" clrIdx="263"/>
  <p:cmAuthor id="265" name="未知的使用者150" initials="未" lastIdx="0" clrIdx="264"/>
  <p:cmAuthor id="266" name="未知的使用者69" initials="" lastIdx="0" clrIdx="265"/>
  <p:cmAuthor id="267" name="未知的使用者112" initials="" lastIdx="0" clrIdx="266"/>
  <p:cmAuthor id="268" name="Kevin Hu" initials="" lastIdx="0" clrIdx="267"/>
  <p:cmAuthor id="269" name="未知的使用者38" initials="" lastIdx="0" clrIdx="268"/>
  <p:cmAuthor id="270" name="唐可欣" initials="" lastIdx="0" clrIdx="269"/>
  <p:cmAuthor id="271" name="未知的使用者8" initials="" lastIdx="0" clrIdx="270"/>
  <p:cmAuthor id="272" name="不明使用者56" initials="" lastIdx="0" clrIdx="271"/>
  <p:cmAuthor id="273" name="P00035_jeremy" initials="" lastIdx="0" clrIdx="272"/>
  <p:cmAuthor id="274" name="Unknown User7" initials="" lastIdx="0" clrIdx="273"/>
  <p:cmAuthor id="275" name="muzi wei" initials="" lastIdx="0" clrIdx="274"/>
  <p:cmAuthor id="276" name="未知的使用者41" initials="" lastIdx="0" clrIdx="275"/>
  <p:cmAuthor id="277" name="未知的使用者13" initials="" lastIdx="0" clrIdx="276"/>
  <p:cmAuthor id="278" name="djj" initials="" lastIdx="0" clrIdx="277"/>
  <p:cmAuthor id="279" name="未知用户117" initials="" lastIdx="0" clrIdx="278"/>
  <p:cmAuthor id="280" name="Saku Uchikawa" initials="" lastIdx="0" clrIdx="279"/>
  <p:cmAuthor id="281" name="未知用户13" initials="" lastIdx="0" clrIdx="280"/>
  <p:cmAuthor id="282" name="不明使用者21" initials="" lastIdx="0" clrIdx="281"/>
  <p:cmAuthor id="283" name="YUMINGNJ" initials="" lastIdx="0" clrIdx="282"/>
  <p:cmAuthor id="284" name="未知的使用者52" initials="" lastIdx="0" clrIdx="283"/>
  <p:cmAuthor id="285" name="未知用户109" initials="" lastIdx="0" clrIdx="284"/>
  <p:cmAuthor id="286" name="Unknown User117" initials="U" lastIdx="0" clrIdx="285"/>
  <p:cmAuthor id="287" name="thomas" initials="" lastIdx="0" clrIdx="286"/>
  <p:cmAuthor id="288" name="未知的使用者3" initials="" lastIdx="0" clrIdx="287"/>
  <p:cmAuthor id="289" name="未知用户14" initials="" lastIdx="0" clrIdx="288"/>
  <p:cmAuthor id="290" name="Unknown User65" initials="U" lastIdx="0" clrIdx="289"/>
  <p:cmAuthor id="291" name="未知用户98" initials="" lastIdx="0" clrIdx="290"/>
  <p:cmAuthor id="292" name="Windows 用户" initials="" lastIdx="0" clrIdx="291"/>
  <p:cmAuthor id="293" name="未知用户83" initials="" lastIdx="0" clrIdx="292"/>
  <p:cmAuthor id="294" name="未知用户61" initials="" lastIdx="0" clrIdx="293"/>
  <p:cmAuthor id="295" name="張秀娟" initials="" lastIdx="0" clrIdx="294"/>
  <p:cmAuthor id="296" name="Jason Wang" initials="" lastIdx="0" clrIdx="295"/>
  <p:cmAuthor id="297" name="不明使用者18" initials="" lastIdx="0" clrIdx="296"/>
  <p:cmAuthor id="298" name="未知用户28" initials="未" lastIdx="0" clrIdx="297"/>
  <p:cmAuthor id="299" name="未知的使用者72" initials="" lastIdx="0" clrIdx="298"/>
  <p:cmAuthor id="300" name="未知的使用者48" initials="" lastIdx="0" clrIdx="299"/>
  <p:cmAuthor id="301" name="未知的使用者104" initials="" lastIdx="0" clrIdx="300"/>
  <p:cmAuthor id="302" name="未知用户60" initials="" lastIdx="0" clrIdx="301"/>
  <p:cmAuthor id="303" name="未知的使用者39" initials="未" lastIdx="0" clrIdx="302"/>
  <p:cmAuthor id="304" name="Shawna Strickland" initials="" lastIdx="0" clrIdx="303"/>
  <p:cmAuthor id="305" name="未知的使用者36" initials="" lastIdx="0" clrIdx="304"/>
  <p:cmAuthor id="306" name="Daniel Wuu" initials="" lastIdx="0" clrIdx="305"/>
  <p:cmAuthor id="307" name="未知用户56" initials="" lastIdx="0" clrIdx="306"/>
  <p:cmAuthor id="308" name="未知的使用者14" initials="" lastIdx="0" clrIdx="307"/>
  <p:cmAuthor id="309" name="Ashley Eberenz" initials="" lastIdx="0" clrIdx="308"/>
  <p:cmAuthor id="310" name="不明使用者19" initials="" lastIdx="0" clrIdx="309"/>
  <p:cmAuthor id="311" name="qiantong" initials="" lastIdx="0" clrIdx="310"/>
  <p:cmAuthor id="312" name="未知的使用者74" initials="" lastIdx="0" clrIdx="311"/>
  <p:cmAuthor id="313" name="未知的使用者23" initials="" lastIdx="0" clrIdx="312"/>
  <p:cmAuthor id="314" name="未知的使用者1" initials="" lastIdx="0" clrIdx="313"/>
  <p:cmAuthor id="315" name="116304" initials="" lastIdx="0" clrIdx="314"/>
  <p:cmAuthor id="316" name="未知用户31" initials="未" lastIdx="0" clrIdx="315"/>
  <p:cmAuthor id="317" name="R affer" initials="" lastIdx="0" clrIdx="316"/>
  <p:cmAuthor id="318" name="qihua-DCMS" initials="" lastIdx="0" clrIdx="317"/>
  <p:cmAuthor id="319" name="未知用户55" initials="" lastIdx="0" clrIdx="318"/>
  <p:cmAuthor id="320" name="未知的使用者95" initials="" lastIdx="0" clrIdx="319"/>
  <p:cmAuthor id="321" name="未知的使用者32" initials="" lastIdx="0" clrIdx="320"/>
  <p:cmAuthor id="322" name="未知的使用者49" initials="" lastIdx="0" clrIdx="321"/>
  <p:cmAuthor id="323" name="Unknown User26" initials="U" lastIdx="0" clrIdx="322"/>
  <p:cmAuthor id="324" name="yuexuejun" initials="" lastIdx="0" clrIdx="323"/>
  <p:cmAuthor id="325" name="未知的使用者71" initials="" lastIdx="0" clrIdx="324"/>
  <p:cmAuthor id="326" name="未知的使用者105" initials="" lastIdx="0" clrIdx="325"/>
  <p:cmAuthor id="327" name="Unknown User70" initials="" lastIdx="0" clrIdx="326"/>
  <p:cmAuthor id="328" name="clinchen" initials="" lastIdx="0" clrIdx="327"/>
  <p:cmAuthor id="329" name="未知用户23" initials="" lastIdx="0" clrIdx="328"/>
  <p:cmAuthor id="330" name="hanjuncompany" initials="" lastIdx="0" clrIdx="329"/>
  <p:cmAuthor id="331" name="kathy chen" initials="" lastIdx="0" clrIdx="330"/>
  <p:cmAuthor id="332" name="未知的使用者63" initials="" lastIdx="0" clrIdx="331"/>
  <p:cmAuthor id="333" name="未知的使用者64" initials="" lastIdx="0" clrIdx="332"/>
  <p:cmAuthor id="334" name="未知的使用者47" initials="" lastIdx="0" clrIdx="333"/>
  <p:cmAuthor id="335" name="未知的使用者60" initials="" lastIdx="0" clrIdx="334"/>
  <p:cmAuthor id="336" name="未知的使用者59" initials="" lastIdx="0" clrIdx="335"/>
  <p:cmAuthor id="337" name="未知的使用者54" initials="" lastIdx="0" clrIdx="336"/>
  <p:cmAuthor id="338" name="未知的使用者66" initials="" lastIdx="0" clrIdx="337"/>
  <p:cmAuthor id="339" name="未知的使用者65" initials="" lastIdx="0" clrIdx="338"/>
  <p:cmAuthor id="340" name="未知的使用者106" initials="" lastIdx="0" clrIdx="339"/>
  <p:cmAuthor id="341" name="未知的使用者107" initials="" lastIdx="0" clrIdx="340"/>
  <p:cmAuthor id="342" name="未知的使用者108" initials="" lastIdx="0" clrIdx="341"/>
  <p:cmAuthor id="343" name="未知的使用者86" initials="" lastIdx="0" clrIdx="342"/>
  <p:cmAuthor id="344" name="未知的使用者116" initials="" lastIdx="0" clrIdx="343"/>
  <p:cmAuthor id="345" name="未知的使用者44" initials="" lastIdx="0" clrIdx="344"/>
  <p:cmAuthor id="346" name="未知的使用者37" initials="" lastIdx="0" clrIdx="345"/>
  <p:cmAuthor id="347" name="未知的使用者126" initials="" lastIdx="0" clrIdx="346"/>
  <p:cmAuthor id="348" name="未知的使用者127" initials="" lastIdx="0" clrIdx="347"/>
  <p:cmAuthor id="349" name="未知的使用者128" initials="" lastIdx="0" clrIdx="348"/>
  <p:cmAuthor id="350" name="未知的使用者124" initials="" lastIdx="0" clrIdx="349"/>
  <p:cmAuthor id="351" name="未知的使用者125" initials="" lastIdx="0" clrIdx="350"/>
  <p:cmAuthor id="352" name="Sara Chen" initials="" lastIdx="0" clrIdx="351"/>
  <p:cmAuthor id="353" name="huang gerrard" initials="" lastIdx="0" clrIdx="352"/>
  <p:cmAuthor id="354" name="未知用户170" initials="" lastIdx="0" clrIdx="353"/>
  <p:cmAuthor id="355" name="未知用户171" initials="" lastIdx="0" clrIdx="354"/>
  <p:cmAuthor id="356" name="未知用户172" initials="" lastIdx="0" clrIdx="355"/>
  <p:cmAuthor id="357" name="未知用户173" initials="" lastIdx="0" clrIdx="356"/>
  <p:cmAuthor id="358" name="未知用户149" initials="" lastIdx="0" clrIdx="357"/>
  <p:cmAuthor id="359" name="未知用户150" initials="" lastIdx="0" clrIdx="358"/>
  <p:cmAuthor id="360" name="未知用户151" initials="" lastIdx="0" clrIdx="359"/>
  <p:cmAuthor id="361" name="未知用户152" initials="" lastIdx="0" clrIdx="360"/>
  <p:cmAuthor id="362" name="未知用户153" initials="" lastIdx="0" clrIdx="361"/>
  <p:cmAuthor id="363" name="未知用户154" initials="" lastIdx="0" clrIdx="362"/>
  <p:cmAuthor id="364" name="未知用户155" initials="" lastIdx="0" clrIdx="363"/>
  <p:cmAuthor id="365" name="未知用户41" initials="" lastIdx="0" clrIdx="364"/>
  <p:cmAuthor id="366" name="未知用户44" initials="" lastIdx="0" clrIdx="365"/>
  <p:cmAuthor id="367" name="未知用户45" initials="" lastIdx="0" clrIdx="366"/>
  <p:cmAuthor id="368" name="未知用户156" initials="" lastIdx="0" clrIdx="367"/>
  <p:cmAuthor id="369" name="未知用户64" initials="" lastIdx="0" clrIdx="368"/>
  <p:cmAuthor id="370" name="未知用户65" initials="" lastIdx="0" clrIdx="369"/>
  <p:cmAuthor id="371" name="未知用户68" initials="" lastIdx="0" clrIdx="370"/>
  <p:cmAuthor id="372" name="未知用户69" initials="" lastIdx="0" clrIdx="371"/>
  <p:cmAuthor id="373" name="未知用户70" initials="" lastIdx="0" clrIdx="372"/>
  <p:cmAuthor id="374" name="未知用户71" initials="" lastIdx="0" clrIdx="373"/>
  <p:cmAuthor id="375" name="未知用户72" initials="" lastIdx="0" clrIdx="374"/>
  <p:cmAuthor id="376" name="未知用户73" initials="" lastIdx="0" clrIdx="375"/>
  <p:cmAuthor id="377" name="未知用户49" initials="" lastIdx="0" clrIdx="376"/>
  <p:cmAuthor id="378" name="未知用户50" initials="" lastIdx="0" clrIdx="377"/>
  <p:cmAuthor id="379" name="未知用户52" initials="" lastIdx="0" clrIdx="378"/>
  <p:cmAuthor id="380" name="MA15" initials="" lastIdx="0" clrIdx="379"/>
  <p:cmAuthor id="381" name="未知用户53" initials="" lastIdx="0" clrIdx="380"/>
  <p:cmAuthor id="382" name="未知用户96" initials="" lastIdx="0" clrIdx="381"/>
  <p:cmAuthor id="383" name="未知用户48" initials="" lastIdx="0" clrIdx="382"/>
  <p:cmAuthor id="384" name="未知用户97" initials="" lastIdx="0" clrIdx="383"/>
  <p:cmAuthor id="385" name="未知用户40" initials="" lastIdx="0" clrIdx="384"/>
  <p:cmAuthor id="386" name="未知用户43" initials="" lastIdx="0" clrIdx="385"/>
  <p:cmAuthor id="387" name="未知用户100" initials="" lastIdx="0" clrIdx="386"/>
  <p:cmAuthor id="388" name="未知用户101" initials="" lastIdx="0" clrIdx="387"/>
  <p:cmAuthor id="389" name="未知用户26" initials="" lastIdx="0" clrIdx="388"/>
  <p:cmAuthor id="390" name="未知用户29" initials="" lastIdx="0" clrIdx="389"/>
  <p:cmAuthor id="391" name="未知用户32" initials="" lastIdx="0" clrIdx="390"/>
  <p:cmAuthor id="392" name="未知用户33" initials="" lastIdx="0" clrIdx="391"/>
  <p:cmAuthor id="393" name="未知用户34" initials="" lastIdx="0" clrIdx="392"/>
  <p:cmAuthor id="394" name="未知用户42" initials="" lastIdx="0" clrIdx="393"/>
  <p:cmAuthor id="395" name="未知的使用者109" initials="" lastIdx="0" clrIdx="394"/>
  <p:cmAuthor id="396" name="未知的使用者122" initials="" lastIdx="0" clrIdx="395"/>
  <p:cmAuthor id="397" name="未知的使用者123" initials="" lastIdx="0" clrIdx="396"/>
  <p:cmAuthor id="398" name="未知用户93" initials="" lastIdx="0" clrIdx="397"/>
  <p:cmAuthor id="399" name="未知用户90" initials="" lastIdx="0" clrIdx="398"/>
  <p:cmAuthor id="400" name="未知用户91" initials="" lastIdx="0" clrIdx="399"/>
  <p:cmAuthor id="401" name="未知用户92" initials="" lastIdx="0" clrIdx="400"/>
  <p:cmAuthor id="402" name="未知用户74" initials="" lastIdx="0" clrIdx="401"/>
  <p:cmAuthor id="403" name="未知用户75" initials="" lastIdx="0" clrIdx="402"/>
  <p:cmAuthor id="404" name="未知用户76" initials="" lastIdx="0" clrIdx="403"/>
  <p:cmAuthor id="405" name="未知用户77" initials="" lastIdx="0" clrIdx="404"/>
  <p:cmAuthor id="406" name="未知用户78" initials="" lastIdx="0" clrIdx="405"/>
  <p:cmAuthor id="407" name="未知用户79" initials="" lastIdx="0" clrIdx="406"/>
  <p:cmAuthor id="408" name="未知用户80" initials="" lastIdx="0" clrIdx="407"/>
  <p:cmAuthor id="409" name="Harry xu" initials="" lastIdx="0" clrIdx="408"/>
  <p:cmAuthor id="410" name="未知用户27" initials="未" lastIdx="0" clrIdx="409"/>
  <p:cmAuthor id="411" name="未知用户35" initials="未" lastIdx="0" clrIdx="410"/>
  <p:cmAuthor id="412" name="未知用户111" initials="未" lastIdx="0" clrIdx="411"/>
  <p:cmAuthor id="413" name="留毓吟" initials="留" lastIdx="0" clrIdx="412"/>
  <p:cmAuthor id="414" name="未知的使用者204" initials="未" lastIdx="0" clrIdx="413"/>
  <p:cmAuthor id="415" name="未知用户190" initials="未" lastIdx="0" clrIdx="414"/>
  <p:cmAuthor id="416" name="未知用户127" initials="未" lastIdx="0" clrIdx="415"/>
  <p:cmAuthor id="417" name="未知用户196" initials="未" lastIdx="0" clrIdx="416"/>
  <p:cmAuthor id="418" name="未知用户199" initials="未" lastIdx="0" clrIdx="417"/>
  <p:cmAuthor id="419" name="未知用户128" initials="未" lastIdx="0" clrIdx="418"/>
  <p:cmAuthor id="420" name="未知用户118" initials="未" lastIdx="0" clrIdx="419"/>
  <p:cmAuthor id="421" name="未知用户123" initials="未" lastIdx="0" clrIdx="420"/>
  <p:cmAuthor id="422" name="未知用户178" initials="未" lastIdx="0" clrIdx="421"/>
  <p:cmAuthor id="423" name="未知用户180" initials="未" lastIdx="0" clrIdx="422"/>
  <p:cmAuthor id="424" name="未知用户186" initials="未" lastIdx="0" clrIdx="423"/>
  <p:cmAuthor id="425" name="未知用户188" initials="未" lastIdx="0" clrIdx="424"/>
  <p:cmAuthor id="426" name="未知用户189" initials="未" lastIdx="0" clrIdx="425"/>
  <p:cmAuthor id="427" name="未知的使用者100" initials="未" lastIdx="0" clrIdx="426"/>
  <p:cmAuthor id="428" name="未知用户105" initials="未" lastIdx="0" clrIdx="427"/>
  <p:cmAuthor id="429" name="未知用户11" initials="未" lastIdx="0" clrIdx="428"/>
  <p:cmAuthor id="430" name="黄晓平" initials="黄" lastIdx="0" clrIdx="429"/>
  <p:cmAuthor id="431" name="王 盛涛" initials="王" lastIdx="0" clrIdx="430"/>
  <p:cmAuthor id="432" name="未知用户36" initials="未知用户36" lastIdx="0" clrIdx="431"/>
  <p:cmAuthor id="433" name="未知的使用者102" initials="未" lastIdx="0" clrIdx="432"/>
  <p:cmAuthor id="434" name="PC" initials="P" lastIdx="0" clrIdx="433"/>
  <p:cmAuthor id="435" name="未知用户112" initials="未知用户112" lastIdx="0" clrIdx="434"/>
  <p:cmAuthor id="436" name="未知的使用者183" initials="未" lastIdx="0" clrIdx="435"/>
  <p:cmAuthor id="437" name="未知的使用者88" initials="未" lastIdx="0" clrIdx="436"/>
  <p:cmAuthor id="438" name="未知的使用者89" initials="未" lastIdx="0" clrIdx="437"/>
  <p:cmAuthor id="439" name="未知的使用者173" initials="未" lastIdx="0" clrIdx="438"/>
  <p:cmAuthor id="440" name="針對所選的門市進行小範圍實驗，捕捉驅動績效的關鍵影響因子" initials="針" lastIdx="0" clrIdx="439"/>
  <p:cmAuthor id="441" name="未知用户300" initials="未" lastIdx="0" clrIdx="440"/>
  <p:cmAuthor id="442" name="未知的使用者184" initials="未" lastIdx="0" clrIdx="441"/>
  <p:cmAuthor id="443" name="未知的使用者185" initials="未" lastIdx="0" clrIdx="442"/>
  <p:cmAuthor id="444" name="未知的使用者186" initials="未" lastIdx="0" clrIdx="443"/>
  <p:cmAuthor id="445" name="未知的使用者175" initials="未" lastIdx="0" clrIdx="444"/>
  <p:cmAuthor id="446" name="未知的使用者187" initials="未" lastIdx="0" clrIdx="445"/>
  <p:cmAuthor id="447" name="Xia Ting" initials="X" lastIdx="0" clrIdx="446"/>
  <p:cmAuthor id="448" name="未知的使用者179" initials="未" lastIdx="0" clrIdx="447"/>
  <p:cmAuthor id="449" name="未知的使用者180" initials="未" lastIdx="0" clrIdx="448"/>
  <p:cmAuthor id="450" name="未知的使用者181" initials="未" lastIdx="0" clrIdx="449"/>
  <p:cmAuthor id="451" name="未知用户307" initials="未" lastIdx="0" clrIdx="450"/>
  <p:cmAuthor id="452" name="未知的使用者143" initials="未" lastIdx="0" clrIdx="451"/>
  <p:cmAuthor id="453" name="未知用户63" initials="未" lastIdx="0" clrIdx="452"/>
  <p:cmAuthor id="454" name="未知的使用者145" initials="未" lastIdx="0" clrIdx="453"/>
  <p:cmAuthor id="455" name="未知的使用者146" initials="未" lastIdx="0" clrIdx="454"/>
  <p:cmAuthor id="456" name="未知的使用者147" initials="未" lastIdx="0" clrIdx="455"/>
  <p:cmAuthor id="457" name="未知用户113" initials="未知用户113" lastIdx="0" clrIdx="456"/>
  <p:cmAuthor id="458" name="Microsoft Office User" initials="MOU" lastIdx="0" clrIdx="457"/>
  <p:cmAuthor id="459" name="未知用户86" initials="未" lastIdx="0" clrIdx="458"/>
  <p:cmAuthor id="460" name="未知用户138" initials="未" lastIdx="0" clrIdx="459"/>
  <p:cmAuthor id="461" name="未知用户215" initials="未" lastIdx="0" clrIdx="460"/>
  <p:cmAuthor id="462" name="raymond luan" initials="r" lastIdx="0" clrIdx="461"/>
  <p:cmAuthor id="463" name="单 善" initials="单" lastIdx="0" clrIdx="462"/>
  <p:cmAuthor id="464" name="Unknown User25" initials="U" lastIdx="0" clrIdx="463"/>
  <p:cmAuthor id="465" name="Vicky" initials="V" lastIdx="0" clrIdx="464"/>
  <p:cmAuthor id="466" name="Unknown User11" initials="U" lastIdx="0" clrIdx="465"/>
  <p:cmAuthor id="467" name="未知的使用者114" initials="未" lastIdx="0" clrIdx="466"/>
  <p:cmAuthor id="468" name="未知用户130" initials="未" lastIdx="0" clrIdx="467"/>
  <p:cmAuthor id="469" name="未知用户131" initials="未" lastIdx="0" clrIdx="468"/>
  <p:cmAuthor id="470" name="未知用户132" initials="未" lastIdx="0" clrIdx="469"/>
  <p:cmAuthor id="471" name="未知用户133" initials="未" lastIdx="0" clrIdx="470"/>
  <p:cmAuthor id="472" name="未知用户134" initials="未" lastIdx="0" clrIdx="471"/>
  <p:cmAuthor id="473" name="未知用户135" initials="未" lastIdx="0" clrIdx="472"/>
  <p:cmAuthor id="474" name="未知用户136" initials="未" lastIdx="0" clrIdx="473"/>
  <p:cmAuthor id="475" name="Arno.Du(杜明星)" initials="A" lastIdx="0" clrIdx="474"/>
  <p:cmAuthor id="476" name="Yoyo Wu" initials="Y" lastIdx="0" clrIdx="475"/>
  <p:cmAuthor id="477" name="zhangbin" initials="z" lastIdx="0" clrIdx="476"/>
  <p:cmAuthor id="478" name="未知的使用者232" initials="" lastIdx="0" clrIdx="477"/>
  <p:cmAuthor id="479" name="Unknown User112" initials="U" lastIdx="0" clrIdx="478"/>
  <p:cmAuthor id="480" name="Unknown User59" initials="U" lastIdx="0" clrIdx="479"/>
  <p:cmAuthor id="481" name="Unknown User113" initials="U" lastIdx="0" clrIdx="480"/>
  <p:cmAuthor id="482" name="Unknown User114" initials="U" lastIdx="0" clrIdx="481"/>
  <p:cmAuthor id="483" name="Unknown User111" initials="U" lastIdx="0" clrIdx="482"/>
  <p:cmAuthor id="484" name="Unknown User63" initials="U" lastIdx="0" clrIdx="483"/>
  <p:cmAuthor id="485" name="Unknown User115" initials="U" lastIdx="0" clrIdx="484"/>
  <p:cmAuthor id="486" name="Unknown User116" initials="U" lastIdx="0" clrIdx="485"/>
  <p:cmAuthor id="487" name="Unknown User66" initials="U" lastIdx="0" clrIdx="486"/>
  <p:cmAuthor id="488" name="jialuo" initials="j" lastIdx="0" clrIdx="487"/>
  <p:cmAuthor id="489" name="Unknown User67" initials="U" lastIdx="0" clrIdx="488"/>
  <p:cmAuthor id="490" name="Unknown User68" initials="U" lastIdx="0" clrIdx="489"/>
  <p:cmAuthor id="491" name="Unknown User69" initials="U" lastIdx="0" clrIdx="490"/>
  <p:cmAuthor id="492" name="James" initials="J" lastIdx="0" clrIdx="491"/>
  <p:cmAuthor id="493" name="刘云轩" initials="刘" lastIdx="0" clrIdx="492"/>
  <p:cmAuthor id="494" name="nancy" initials="n" lastIdx="0" clrIdx="493"/>
  <p:cmAuthor id="495" name="未知用户124" initials="未" lastIdx="0" clrIdx="494"/>
  <p:cmAuthor id="496" name="未知用户125" initials="未" lastIdx="0" clrIdx="495"/>
  <p:cmAuthor id="497" name="未知用户126" initials="未" lastIdx="0" clrIdx="496"/>
  <p:cmAuthor id="498" name="未知用户322" initials="未" lastIdx="0" clrIdx="497"/>
  <p:cmAuthor id="499" name="Ted Su" initials="T" lastIdx="0" clrIdx="498"/>
  <p:cmAuthor id="500" name="未知用户214" initials="未" lastIdx="0" clrIdx="499"/>
  <p:cmAuthor id="501" name="未知的使用者162" initials="未" lastIdx="0" clrIdx="500"/>
  <p:cmAuthor id="502" name="未知的使用者163" initials="未" lastIdx="0" clrIdx="501"/>
  <p:cmAuthor id="503" name="未知的使用者170" initials="未" lastIdx="0" clrIdx="502"/>
  <p:cmAuthor id="504" name="未知的使用者165" initials="未" lastIdx="0" clrIdx="503"/>
  <p:cmAuthor id="505" name="未知的使用者158" initials="未" lastIdx="0" clrIdx="504"/>
  <p:cmAuthor id="506" name="未知的使用者148" initials="未" lastIdx="0" clrIdx="505"/>
  <p:cmAuthor id="507" name="未知的使用者149" initials="未" lastIdx="0" clrIdx="506"/>
  <p:cmAuthor id="508" name="未知的使用者166" initials="未" lastIdx="0" clrIdx="507"/>
  <p:cmAuthor id="509" name="未知的使用者167" initials="未" lastIdx="0" clrIdx="508"/>
  <p:cmAuthor id="510" name="未知的使用者159" initials="未" lastIdx="0" clrIdx="509"/>
  <p:cmAuthor id="511" name="未知的使用者160" initials="未" lastIdx="0" clrIdx="510"/>
  <p:cmAuthor id="512" name="未知的使用者168" initials="未" lastIdx="0" clrIdx="511"/>
  <p:cmAuthor id="513" name="未知的使用者169" initials="未" lastIdx="0" clrIdx="512"/>
  <p:cmAuthor id="514" name="未知用户120" initials="未" lastIdx="0" clrIdx="513"/>
  <p:cmAuthor id="515" name="未知用户122" initials="未" lastIdx="0" clrIdx="514"/>
  <p:cmAuthor id="516" name="未知用户139" initials="未" lastIdx="0" clrIdx="515"/>
  <p:cmAuthor id="517" name="未知用户141" initials="未" lastIdx="0" clrIdx="516"/>
  <p:cmAuthor id="518" name="未知用户143" initials="未" lastIdx="0" clrIdx="517"/>
  <p:cmAuthor id="519" name="未知用户144" initials="未" lastIdx="0" clrIdx="518"/>
  <p:cmAuthor id="520" name="未知用户145" initials="未" lastIdx="0" clrIdx="519"/>
  <p:cmAuthor id="521" name="未知用户119" initials="未" lastIdx="0" clrIdx="520"/>
  <p:cmAuthor id="522" name="未知用户140" initials="未" lastIdx="0" clrIdx="521"/>
  <p:cmAuthor id="523" name="未知用户142" initials="未" lastIdx="0" clrIdx="522"/>
  <p:cmAuthor id="524" name="未知用户146" initials="未" lastIdx="0" clrIdx="523"/>
  <p:cmAuthor id="525" name="未知用户147" initials="未" lastIdx="0" clrIdx="524"/>
  <p:cmAuthor id="526" name="未知用户148" initials="未" lastIdx="0" clrIdx="525"/>
  <p:cmAuthor id="527" name="未知用户195" initials="未" lastIdx="0" clrIdx="526"/>
  <p:cmAuthor id="528" name="未知用户207" initials="未" lastIdx="0" clrIdx="527"/>
  <p:cmAuthor id="529" name="未知用户208" initials="未" lastIdx="0" clrIdx="528"/>
  <p:cmAuthor id="530" name="未知用户198" initials="未" lastIdx="0" clrIdx="529"/>
  <p:cmAuthor id="531" name="未知用户209" initials="未" lastIdx="0" clrIdx="530"/>
  <p:cmAuthor id="532" name="未知的使用者178" initials="未" lastIdx="0" clrIdx="531"/>
  <p:cmAuthor id="533" name="未知用户206" initials="未" lastIdx="0" clrIdx="532"/>
  <p:cmAuthor id="534" name="未知用户46" initials="未" lastIdx="0" clrIdx="533"/>
  <p:cmAuthor id="535" name="未知的使用者207" initials="未" lastIdx="0" clrIdx="534"/>
  <p:cmAuthor id="536" name="未知的使用者208" initials="未" lastIdx="0" clrIdx="535"/>
  <p:cmAuthor id="537" name="未知的使用者188" initials="未" lastIdx="0" clrIdx="536"/>
  <p:cmAuthor id="538" name="未知的使用者189" initials="未" lastIdx="0" clrIdx="537"/>
  <p:cmAuthor id="539" name="未知的使用者190" initials="未" lastIdx="0" clrIdx="538"/>
  <p:cmAuthor id="540" name="未知的使用者191" initials="未" lastIdx="0" clrIdx="539"/>
  <p:cmAuthor id="541" name="未知的使用者192" initials="未" lastIdx="0" clrIdx="540"/>
  <p:cmAuthor id="542" name="未知的使用者193" initials="未" lastIdx="0" clrIdx="541"/>
  <p:cmAuthor id="543" name="未知的使用者209" initials="未" lastIdx="0" clrIdx="542"/>
  <p:cmAuthor id="544" name="未知的使用者210" initials="未" lastIdx="0" clrIdx="543"/>
  <p:cmAuthor id="545" name="未知的使用者211" initials="未" lastIdx="0" clrIdx="544"/>
  <p:cmAuthor id="546" name="未知的使用者212" initials="未" lastIdx="0" clrIdx="545"/>
  <p:cmAuthor id="547" name="未知的使用者213" initials="未" lastIdx="0" clrIdx="546"/>
  <p:cmAuthor id="548" name="未知的使用者214" initials="未" lastIdx="0" clrIdx="547"/>
  <p:cmAuthor id="549" name="未知的使用者215" initials="未" lastIdx="0" clrIdx="548"/>
  <p:cmAuthor id="550" name="未知的使用者216" initials="未" lastIdx="0" clrIdx="549"/>
  <p:cmAuthor id="551" name="未知的使用者217" initials="未" lastIdx="0" clrIdx="550"/>
  <p:cmAuthor id="552" name="未知的使用者218" initials="未" lastIdx="0" clrIdx="551"/>
  <p:cmAuthor id="553" name="未知的使用者219" initials="未" lastIdx="0" clrIdx="552"/>
  <p:cmAuthor id="554" name="未知的使用者220" initials="未" lastIdx="0" clrIdx="553"/>
  <p:cmAuthor id="555" name="未知的使用者152" initials="未" lastIdx="0" clrIdx="554"/>
  <p:cmAuthor id="556" name="未知的使用者153" initials="未" lastIdx="0" clrIdx="555"/>
  <p:cmAuthor id="557" name="未知的使用者154" initials="未" lastIdx="0" clrIdx="556"/>
  <p:cmAuthor id="558" name="未知的使用者156" initials="未" lastIdx="0" clrIdx="557"/>
  <p:cmAuthor id="559" name="未知的使用者157" initials="未" lastIdx="0" clrIdx="558"/>
  <p:cmAuthor id="560" name="未知的使用者161" initials="未" lastIdx="0" clrIdx="559"/>
  <p:cmAuthor id="561" name="未知的使用者151" initials="未" lastIdx="0" clrIdx="560"/>
  <p:cmAuthor id="562" name="未知的使用者129" initials="未" lastIdx="0" clrIdx="561"/>
  <p:cmAuthor id="563" name="未知的使用者130" initials="未" lastIdx="0" clrIdx="562"/>
  <p:cmAuthor id="564" name="未知的使用者131" initials="未" lastIdx="0" clrIdx="563"/>
  <p:cmAuthor id="565" name="未知的使用者132" initials="未" lastIdx="0" clrIdx="564"/>
  <p:cmAuthor id="566" name="未知的使用者164" initials="未" lastIdx="0" clrIdx="565"/>
  <p:cmAuthor id="567" name="未知的使用者172" initials="未" lastIdx="0" clrIdx="566"/>
  <p:cmAuthor id="568" name="未知的使用者174" initials="未" lastIdx="0" clrIdx="567"/>
  <p:cmAuthor id="569" name="未知的使用者176" initials="未" lastIdx="0" clrIdx="568"/>
  <p:cmAuthor id="570" name="未知的使用者247" initials="未" lastIdx="0" clrIdx="569"/>
  <p:cmAuthor id="571" name="未知的使用者249" initials="未" lastIdx="0" clrIdx="570"/>
  <p:cmAuthor id="572" name="未知的使用者250" initials="未" lastIdx="0" clrIdx="571"/>
  <p:cmAuthor id="573" name="未知的使用者251" initials="未" lastIdx="0" clrIdx="572"/>
  <p:cmAuthor id="574" name="未知的使用者246" initials="未" lastIdx="0" clrIdx="573"/>
  <p:cmAuthor id="575" name="未知的使用者224" initials="未" lastIdx="0" clrIdx="574"/>
  <p:cmAuthor id="576" name="未知的使用者252" initials="未" lastIdx="0" clrIdx="575"/>
  <p:cmAuthor id="577" name="未知的使用者253" initials="未" lastIdx="0" clrIdx="576"/>
  <p:cmAuthor id="578" name="未知的使用者254" initials="未" lastIdx="0" clrIdx="577"/>
  <p:cmAuthor id="579" name="未知的使用者255" initials="未" lastIdx="0" clrIdx="578"/>
  <p:cmAuthor id="580" name="未知的使用者226" initials="未" lastIdx="0" clrIdx="579"/>
  <p:cmAuthor id="581" name="未知的使用者227" initials="未" lastIdx="0" clrIdx="580"/>
  <p:cmAuthor id="582" name="未知的使用者270" initials="未" lastIdx="0" clrIdx="581"/>
  <p:cmAuthor id="583" name="未知的使用者228" initials="未" lastIdx="0" clrIdx="582"/>
  <p:cmAuthor id="584" name="未知的使用者229" initials="未" lastIdx="0" clrIdx="583"/>
  <p:cmAuthor id="585" name="未知的使用者230" initials="未" lastIdx="0" clrIdx="584"/>
  <p:cmAuthor id="586" name="未知的使用者231" initials="未" lastIdx="0" clrIdx="585"/>
  <p:cmAuthor id="587" name="未知的使用者256" initials="未" lastIdx="0" clrIdx="586"/>
  <p:cmAuthor id="588" name="未知的使用者233" initials="未" lastIdx="0" clrIdx="587"/>
  <p:cmAuthor id="589" name="未知的使用者234" initials="未" lastIdx="0" clrIdx="588"/>
  <p:cmAuthor id="590" name="未知的使用者235" initials="未" lastIdx="0" clrIdx="589"/>
  <p:cmAuthor id="591" name="未知的使用者236" initials="未" lastIdx="0" clrIdx="590"/>
  <p:cmAuthor id="592" name="未知的使用者257" initials="未" lastIdx="0" clrIdx="591"/>
  <p:cmAuthor id="593" name="未知的使用者237" initials="未" lastIdx="0" clrIdx="592"/>
  <p:cmAuthor id="594" name="未知的使用者238" initials="未" lastIdx="0" clrIdx="593"/>
  <p:cmAuthor id="595" name="未知的使用者239" initials="未" lastIdx="0" clrIdx="594"/>
  <p:cmAuthor id="596" name="未知的使用者240" initials="未" lastIdx="0" clrIdx="595"/>
  <p:cmAuthor id="597" name="未知的使用者241" initials="未" lastIdx="0" clrIdx="596"/>
  <p:cmAuthor id="598" name="未知的使用者242" initials="未" lastIdx="0" clrIdx="597"/>
  <p:cmAuthor id="599" name="未知的使用者243" initials="未" lastIdx="0" clrIdx="598"/>
  <p:cmAuthor id="600" name="未知的使用者258" initials="未" lastIdx="0" clrIdx="599"/>
  <p:cmAuthor id="601" name="未知的使用者259" initials="未" lastIdx="0" clrIdx="600"/>
  <p:cmAuthor id="602" name="未知的使用者260" initials="未" lastIdx="0" clrIdx="601"/>
  <p:cmAuthor id="603" name="未知的使用者261" initials="未" lastIdx="0" clrIdx="602"/>
  <p:cmAuthor id="604" name="未知的使用者262" initials="未" lastIdx="0" clrIdx="603"/>
  <p:cmAuthor id="605" name="未知的使用者263" initials="未" lastIdx="0" clrIdx="604"/>
  <p:cmAuthor id="606" name="未知的使用者264" initials="未" lastIdx="0" clrIdx="605"/>
  <p:cmAuthor id="607" name="未知的使用者265" initials="未" lastIdx="0" clrIdx="606"/>
  <p:cmAuthor id="608" name="未知的使用者266" initials="未" lastIdx="0" clrIdx="607"/>
  <p:cmAuthor id="609" name="未知的使用者267" initials="未" lastIdx="0" clrIdx="608"/>
  <p:cmAuthor id="610" name="未知的使用者268" initials="未" lastIdx="0" clrIdx="609"/>
  <p:cmAuthor id="611" name="未知的使用者269" initials="未" lastIdx="0" clrIdx="610"/>
  <p:cmAuthor id="612" name="刘晖" initials="刘" lastIdx="0" clrIdx="611"/>
  <p:cmAuthor id="613" name="lillian" initials="l" lastIdx="0" clrIdx="612"/>
  <p:cmAuthor id="614" name="未知用户197" initials="未" lastIdx="0" clrIdx="613"/>
  <p:cmAuthor id="615" name="未知用户157" initials="未" lastIdx="0" clrIdx="614"/>
  <p:cmAuthor id="616" name="未知用户158" initials="未" lastIdx="0" clrIdx="615"/>
  <p:cmAuthor id="617" name="未知用户159" initials="未" lastIdx="0" clrIdx="616"/>
  <p:cmAuthor id="618" name="未知用户160" initials="未" lastIdx="0" clrIdx="617"/>
  <p:cmAuthor id="619" name="未知用户168" initials="未" lastIdx="0" clrIdx="618"/>
  <p:cmAuthor id="620" name="順天" initials="順" lastIdx="0" clrIdx="619"/>
  <p:cmAuthor id="621" name="未知用户222" initials="未" lastIdx="0" clrIdx="620"/>
  <p:cmAuthor id="622" name="未知用户87" initials="未" lastIdx="0" clrIdx="621"/>
  <p:cmAuthor id="623" name="未知用户88" initials="未" lastIdx="0" clrIdx="622"/>
  <p:cmAuthor id="624" name="FanJQ" initials="F" lastIdx="0" clrIdx="623"/>
  <p:cmAuthor id="625" name="未知用户94" initials="未" lastIdx="0" clrIdx="624"/>
  <p:cmAuthor id="626" name="未知用户212" initials="未" lastIdx="0" clrIdx="625"/>
  <p:cmAuthor id="627" name="未知用户121" initials="未" lastIdx="0" clrIdx="626"/>
  <p:cmAuthor id="628" name="未知用户201" initials="未" lastIdx="0" clrIdx="627"/>
  <p:cmAuthor id="629" name="未知用户161" initials="未" lastIdx="0" clrIdx="628"/>
  <p:cmAuthor id="630" name="未知用户183" initials="未" lastIdx="0" clrIdx="629"/>
  <p:cmAuthor id="631" name="未知的使用者141" initials="未" lastIdx="0" clrIdx="630"/>
  <p:cmAuthor id="632" name="未知的使用者142" initials="未" lastIdx="0" clrIdx="631"/>
  <p:cmAuthor id="633" name="ll z" initials="l" lastIdx="0" clrIdx="632"/>
  <p:cmAuthor id="634" name="未知用户191" initials="未" lastIdx="0" clrIdx="633"/>
  <p:cmAuthor id="635" name="未知用户167" initials="未" lastIdx="0" clrIdx="634"/>
  <p:cmAuthor id="636" name="guanhh" initials="g" lastIdx="0" clrIdx="635"/>
  <p:cmAuthor id="637" name="未知用户169" initials="未" lastIdx="0" clrIdx="636"/>
  <p:cmAuthor id="638" name="未知用户192" initials="未" lastIdx="0" clrIdx="637"/>
  <p:cmAuthor id="639" name="未知用户203" initials="未" lastIdx="0" clrIdx="638"/>
  <p:cmAuthor id="640" name="aaaaaa apple" initials="a" lastIdx="0" clrIdx="639"/>
  <p:cmAuthor id="641" name="bu" initials="b" lastIdx="0" clrIdx="640"/>
  <p:cmAuthor id="642" name="win7" initials="w" lastIdx="0" clrIdx="641"/>
  <p:cmAuthor id="643" name="未知用户184" initials="未" lastIdx="0" clrIdx="642"/>
  <p:cmAuthor id="644" name="未知用户179" initials="未" lastIdx="0" clrIdx="643"/>
  <p:cmAuthor id="645" name="ye gusong" initials="y" lastIdx="0" clrIdx="644"/>
  <p:cmAuthor id="646" name="panjm" initials="p" lastIdx="0" clrIdx="645"/>
  <p:cmAuthor id="647" name="梅芬 吳" initials="梅" lastIdx="0" clrIdx="646"/>
  <p:cmAuthor id="648" name="Johnny Hsieh" initials="J" lastIdx="0" clrIdx="647"/>
  <p:cmAuthor id="649" name="孙" initials="孙" lastIdx="0" clrIdx="648"/>
  <p:cmAuthor id="650" name="liuchunhua199110" initials="l" lastIdx="0" clrIdx="649"/>
  <p:cmAuthor id="651" name="王嘉偉" initials="王" lastIdx="0" clrIdx="650"/>
  <p:cmAuthor id="652" name="catherine" initials="c" lastIdx="0" clrIdx="651"/>
  <p:cmAuthor id="653" name="未知的使用者197" initials="未" lastIdx="0" clrIdx="652"/>
  <p:cmAuthor id="654" name="未知的使用者136" initials="未" lastIdx="0" clrIdx="653"/>
  <p:cmAuthor id="655" name="未知的使用者137" initials="未" lastIdx="0" clrIdx="654"/>
  <p:cmAuthor id="656" name="未知的使用者138" initials="未" lastIdx="0" clrIdx="655"/>
  <p:cmAuthor id="657" name="未知的使用者139" initials="未" lastIdx="0" clrIdx="656"/>
  <p:cmAuthor id="658" name="未知用户291" initials="未" lastIdx="0" clrIdx="657"/>
  <p:cmAuthor id="659" name="未知的使用者198" initials="未" lastIdx="0" clrIdx="658"/>
  <p:cmAuthor id="660" name="未知的使用者200" initials="未" lastIdx="0" clrIdx="659"/>
  <p:cmAuthor id="661" name="未知的使用者194" initials="未" lastIdx="0" clrIdx="660"/>
  <p:cmAuthor id="662" name="未知的使用者201" initials="未" lastIdx="0" clrIdx="661"/>
  <p:cmAuthor id="663" name="未知的使用者202" initials="未" lastIdx="0" clrIdx="662"/>
  <p:cmAuthor id="664" name="未知的使用者171" initials="未" lastIdx="0" clrIdx="663"/>
  <p:cmAuthor id="665" name="未知的使用者195" initials="未" lastIdx="0" clrIdx="664"/>
  <p:cmAuthor id="666" name="未知的使用者196" initials="未" lastIdx="0" clrIdx="665"/>
  <p:cmAuthor id="667" name="未知的使用者203" initials="未" lastIdx="0" clrIdx="666"/>
  <p:cmAuthor id="668" name="未知用户282" initials="未" lastIdx="0" clrIdx="667"/>
  <p:cmAuthor id="669" name="未知用户283" initials="未" lastIdx="0" clrIdx="668"/>
  <p:cmAuthor id="670" name="未知用户213" initials="未" lastIdx="0" clrIdx="669"/>
  <p:cmAuthor id="671" name="未知用户218" initials="未" lastIdx="0" clrIdx="670"/>
  <p:cmAuthor id="672" name="未知用户219" initials="未" lastIdx="0" clrIdx="671"/>
  <p:cmAuthor id="673" name="未知用户344" initials="未" lastIdx="0" clrIdx="672"/>
  <p:cmAuthor id="674" name="WANGZF" initials="W" lastIdx="0" clrIdx="673"/>
  <p:cmAuthor id="675" name="未知用户347" initials="未" lastIdx="0" clrIdx="674"/>
  <p:cmAuthor id="676" name="未知用户348" initials="未" lastIdx="0" clrIdx="675"/>
  <p:cmAuthor id="677" name="yudi lin" initials="y" lastIdx="0" clrIdx="676"/>
  <p:cmAuthor id="678" name="赵 璐" initials="赵" lastIdx="0" clrIdx="677"/>
  <p:cmAuthor id="679" name="Microsoft Office 用户" initials="M" lastIdx="0" clrIdx="678"/>
  <p:cmAuthor id="680" name="王丽君" initials="王" lastIdx="0" clrIdx="679"/>
  <p:cmAuthor id="681" name="wei muzi" initials="w" lastIdx="0" clrIdx="680"/>
  <p:cmAuthor id="682" name="�Ÿ�" initials="�" lastIdx="0" clrIdx="681"/>
  <p:cmAuthor id="683" name="liuzga" initials="l" lastIdx="0" clrIdx="682"/>
  <p:cmAuthor id="684" name="49554261@qq.com" initials="4" lastIdx="0" clrIdx="683"/>
  <p:cmAuthor id="685" name="未知用户89" initials="未" lastIdx="0" clrIdx="684"/>
  <p:cmAuthor id="686" name="未知的使用者155" initials="未" lastIdx="0" clrIdx="685"/>
  <p:cmAuthor id="687" name="未知用户110" initials="未" lastIdx="0" clrIdx="686"/>
  <p:cmAuthor id="688" name="Unknown User58" initials="U" lastIdx="0" clrIdx="687"/>
  <p:cmAuthor id="689" name="Unknown User55" initials="U" lastIdx="0" clrIdx="688"/>
  <p:cmAuthor id="690" name="未知用户343" initials="未" lastIdx="0" clrIdx="689"/>
  <p:cmAuthor id="691" name="Huipeng Cao" initials="H" lastIdx="0" clrIdx="690"/>
  <p:cmAuthor id="692" name="李 雷雨" initials="李" lastIdx="0" clrIdx="691"/>
  <p:cmAuthor id="693" name="91257" initials="9" lastIdx="0" clrIdx="692"/>
  <p:cmAuthor id="694" name="vicky" initials="v" lastIdx="0" clrIdx="693"/>
  <p:cmAuthor id="695" name="庆芳 许" initials="庆" lastIdx="0" clrIdx="694"/>
  <p:cmAuthor id="696" name="jerrychou" initials="j" lastIdx="0" clrIdx="695"/>
  <p:cmAuthor id="697" name="不明使用者12" initials="不" lastIdx="0" clrIdx="696"/>
  <p:cmAuthor id="698" name="不明使用者1" initials="不" lastIdx="0" clrIdx="697"/>
  <p:cmAuthor id="699" name="不明使用者2" initials="不" lastIdx="0" clrIdx="698"/>
  <p:cmAuthor id="700" name="不明使用者3" initials="不" lastIdx="0" clrIdx="699"/>
  <p:cmAuthor id="701" name="不明使用者4" initials="不" lastIdx="0" clrIdx="700"/>
  <p:cmAuthor id="702" name="不明使用者6" initials="不" lastIdx="0" clrIdx="701"/>
  <p:cmAuthor id="703" name="不明使用者5" initials="不" lastIdx="0" clrIdx="702"/>
  <p:cmAuthor id="704" name="不明使用者7" initials="不" lastIdx="0" clrIdx="703"/>
  <p:cmAuthor id="705" name="不明使用者8" initials="不" lastIdx="0" clrIdx="704"/>
  <p:cmAuthor id="706" name="不明使用者9" initials="不" lastIdx="0" clrIdx="705"/>
  <p:cmAuthor id="707" name="不明使用者10" initials="不" lastIdx="0" clrIdx="706"/>
  <p:cmAuthor id="708" name="不明使用者11" initials="不" lastIdx="0" clrIdx="707"/>
  <p:cmAuthor id="709" name="Carol Wu" initials="C" lastIdx="0" clrIdx="708"/>
  <p:cmAuthor id="710" name="Think" initials="T" lastIdx="0" clrIdx="709"/>
  <p:cmAuthor id="711" name="未知用户303" initials="未" lastIdx="0" clrIdx="710"/>
  <p:cmAuthor id="712" name="未知用户304" initials="未" lastIdx="0" clrIdx="711"/>
  <p:cmAuthor id="713" name="谢学斌" initials="谢" lastIdx="0" clrIdx="712"/>
  <p:cmAuthor id="714" name="敢 王" initials="敢" lastIdx="0" clrIdx="713"/>
  <p:cmAuthor id="715" name="邓 勇" initials="邓" lastIdx="0" clrIdx="714"/>
  <p:cmAuthor id="716" name="陈城" initials="陈" lastIdx="0" clrIdx="715"/>
  <p:cmAuthor id="717" name="Sharon" initials="S" lastIdx="0" clrIdx="716"/>
  <p:cmAuthor id="718" name="蓝礼健" initials="蓝" lastIdx="0" clrIdx="717"/>
  <p:cmAuthor id="719" name="未知用户311" initials="未" lastIdx="0" clrIdx="718"/>
  <p:cmAuthor id="720" name="未知用户312" initials="未" lastIdx="0" clrIdx="719"/>
  <p:cmAuthor id="721" name="shenbina" initials="s" lastIdx="0" clrIdx="720"/>
  <p:cmAuthor id="722" name="未知用户314" initials="未" lastIdx="0" clrIdx="721"/>
  <p:cmAuthor id="723" name="晓  曲" initials="晓" lastIdx="0" clrIdx="722"/>
  <p:cmAuthor id="724" name="未知用户230" initials="未" lastIdx="0" clrIdx="723"/>
  <p:cmAuthor id="725" name="frankyang" initials="f" lastIdx="0" clrIdx="724"/>
  <p:cmAuthor id="726" name="孟连磊" initials="孟" lastIdx="0" clrIdx="725"/>
  <p:cmAuthor id="727" name="書緯 洪" initials="書緯" lastIdx="0" clrIdx="726"/>
  <p:cmAuthor id="728" name="未知的使用者177" initials="未" lastIdx="0" clrIdx="727"/>
  <p:cmAuthor id="729" name="未知用户354" initials="未" lastIdx="0" clrIdx="728"/>
  <p:cmAuthor id="730" name="未知用户238" initials="未" lastIdx="0" clrIdx="729"/>
  <p:cmAuthor id="731" name="未知用户220" initials="未" lastIdx="0" clrIdx="730"/>
  <p:cmAuthor id="732" name="winner1 chan" initials="wc" lastIdx="0" clrIdx="731"/>
  <p:cmAuthor id="733" name="未知用户332" initials="未" lastIdx="0" clrIdx="732"/>
  <p:cmAuthor id="734" name="未知用户217" initials="未" lastIdx="0" clrIdx="733"/>
  <p:cmAuthor id="735" name="未知用户272" initials="未" lastIdx="0" clrIdx="734"/>
  <p:cmAuthor id="736" name="俊晔 邱" initials="俊" lastIdx="0" clrIdx="735"/>
  <p:cmAuthor id="737" name="annie.gts@outlook.com" initials="a" lastIdx="0" clrIdx="736"/>
  <p:cmAuthor id="738" name="杨 升格" initials="杨" lastIdx="0" clrIdx="737"/>
  <p:cmAuthor id="739" name="璇 安" initials="璇" lastIdx="0" clrIdx="738"/>
  <p:cmAuthor id="740" name="lxm" initials="l" lastIdx="0" clrIdx="739"/>
  <p:cmAuthor id="741" name="未知用户231" initials="未" lastIdx="0" clrIdx="740"/>
  <p:cmAuthor id="742" name="未知用户233" initials="未" lastIdx="0" clrIdx="741"/>
  <p:cmAuthor id="743" name="yesg" initials="y" lastIdx="0" clrIdx="742"/>
  <p:cmAuthor id="744" name="未知用户235" initials="未" lastIdx="0" clrIdx="743"/>
  <p:cmAuthor id="745" name="未知用户236" initials="未" lastIdx="0" clrIdx="744"/>
  <p:cmAuthor id="746" name="未知用户277" initials="未" lastIdx="0" clrIdx="745"/>
  <p:cmAuthor id="747" name="soling" initials="s" lastIdx="0" clrIdx="746"/>
  <p:cmAuthor id="748" name="李 骁" initials="李" lastIdx="0" clrIdx="747"/>
  <p:cmAuthor id="749" name="未知用户258" initials="未" lastIdx="0" clrIdx="748"/>
  <p:cmAuthor id="750" name="未知的使用者96" initials="未" lastIdx="0" clrIdx="749"/>
  <p:cmAuthor id="751" name="未知用户260" initials="未" lastIdx="0" clrIdx="750"/>
  <p:cmAuthor id="752" name="未知用户261" initials="未" lastIdx="0" clrIdx="751"/>
  <p:cmAuthor id="753" name="未知用户262" initials="未" lastIdx="0" clrIdx="752"/>
  <p:cmAuthor id="754" name="未知用户263" initials="未" lastIdx="0" clrIdx="753"/>
  <p:cmAuthor id="755" name="未知用户248" initials="未" lastIdx="0" clrIdx="754"/>
  <p:cmAuthor id="756" name="未知用户249" initials="未" lastIdx="0" clrIdx="75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B2E8"/>
    <a:srgbClr val="122B55"/>
    <a:srgbClr val="1A4885"/>
    <a:srgbClr val="1C4885"/>
    <a:srgbClr val="DCE2EB"/>
    <a:srgbClr val="629DD1"/>
    <a:srgbClr val="79D0EC"/>
    <a:srgbClr val="055728"/>
    <a:srgbClr val="B4B4B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3" autoAdjust="0"/>
    <p:restoredTop sz="94397" autoAdjust="0"/>
  </p:normalViewPr>
  <p:slideViewPr>
    <p:cSldViewPr snapToGrid="0" showGuides="1">
      <p:cViewPr varScale="1">
        <p:scale>
          <a:sx n="75" d="100"/>
          <a:sy n="75" d="100"/>
        </p:scale>
        <p:origin x="974" y="62"/>
      </p:cViewPr>
      <p:guideLst>
        <p:guide pos="3844"/>
        <p:guide orient="horz" pos="2053"/>
        <p:guide pos="7374"/>
        <p:guide pos="91"/>
        <p:guide orient="horz" pos="41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55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DD8F9-8C1E-4D8C-A0D1-D15E9A95F6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3EC07-9E03-4500-BB8E-430BCA071E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7CD65-8E74-4DBC-A849-649D17D25B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0766E-EA30-49D4-A481-A0FA88A005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  <a:ln>
            <a:miter lim="800000"/>
          </a:ln>
        </p:spPr>
      </p:sp>
      <p:sp>
        <p:nvSpPr>
          <p:cNvPr id="22531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53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9C0D93BC-51F4-4766-9810-F29D5A0BAF2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  <a:ln>
            <a:miter lim="800000"/>
          </a:ln>
        </p:spPr>
      </p:sp>
      <p:sp>
        <p:nvSpPr>
          <p:cNvPr id="24579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ln>
            <a:miter lim="800000"/>
          </a:ln>
        </p:spPr>
      </p:sp>
      <p:sp>
        <p:nvSpPr>
          <p:cNvPr id="8195" name="文本占位符 2"/>
          <p:cNvSpPr>
            <a:spLocks noGrp="1"/>
          </p:cNvSpPr>
          <p:nvPr>
            <p:ph type="body"/>
          </p:nvPr>
        </p:nvSpPr>
        <p:spPr>
          <a:xfrm>
            <a:off x="673100" y="4748213"/>
            <a:ext cx="5389563" cy="3884612"/>
          </a:xfrm>
        </p:spPr>
        <p:txBody>
          <a:bodyPr wrap="square" lIns="91426" tIns="45713" rIns="91426" bIns="45713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407988" y="1231900"/>
            <a:ext cx="5926137" cy="3333750"/>
          </a:xfrm>
        </p:spPr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image" Target="../media/image3.png"/><Relationship Id="rId7" Type="http://schemas.openxmlformats.org/officeDocument/2006/relationships/image" Target="../media/image2.emf"/><Relationship Id="rId6" Type="http://schemas.openxmlformats.org/officeDocument/2006/relationships/oleObject" Target="../embeddings/oleObject2.bin"/><Relationship Id="rId5" Type="http://schemas.openxmlformats.org/officeDocument/2006/relationships/tags" Target="../tags/tag2.x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0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590" y="1596"/>
          <a:ext cx="3174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6" imgW="12700" imgH="12700" progId="TCLayout.ActiveDocument.1">
                  <p:embed/>
                </p:oleObj>
              </mc:Choice>
              <mc:Fallback>
                <p:oleObj name="" r:id="rId6" imgW="12700" imgH="12700" progId="TCLayout.ActiveDocument.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6"/>
                        <a:ext cx="3174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" y="190507"/>
            <a:ext cx="144463" cy="463551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txBody>
          <a:bodyPr lIns="68713" tIns="34356" rIns="68713" bIns="3435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015" noProof="1">
              <a:solidFill>
                <a:srgbClr val="FFFFFF"/>
              </a:solidFill>
            </a:endParaRPr>
          </a:p>
        </p:txBody>
      </p:sp>
      <p:pic>
        <p:nvPicPr>
          <p:cNvPr id="8" name="图片 12" descr="未命名 -1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165" y="259058"/>
            <a:ext cx="1411108" cy="33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44468" y="202391"/>
            <a:ext cx="10356697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1857038" y="6574036"/>
            <a:ext cx="33496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6A26B48E-EDCE-4405-9129-378AB27DB779}" type="slidenum">
              <a:rPr lang="zh-CN" altLang="en-US" sz="1400" kern="10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44452" y="639739"/>
            <a:ext cx="12126595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146" y="149063"/>
            <a:ext cx="76701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kern="1200" baseline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矩形 1"/>
          <p:cNvSpPr/>
          <p:nvPr userDrawn="1"/>
        </p:nvSpPr>
        <p:spPr>
          <a:xfrm>
            <a:off x="0" y="97554"/>
            <a:ext cx="144597" cy="539750"/>
          </a:xfrm>
          <a:prstGeom prst="rect">
            <a:avLst/>
          </a:prstGeom>
          <a:solidFill>
            <a:srgbClr val="1C4885"/>
          </a:solidFill>
          <a:ln w="9525">
            <a:noFill/>
          </a:ln>
        </p:spPr>
        <p:txBody>
          <a:bodyPr anchor="ctr"/>
          <a:lstStyle/>
          <a:p>
            <a:pPr algn="ctr"/>
            <a:endParaRPr lang="zh-CN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643146"/>
            <a:ext cx="12204000" cy="0"/>
          </a:xfrm>
          <a:prstGeom prst="line">
            <a:avLst/>
          </a:prstGeom>
          <a:ln w="28575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>
            <a:spLocks noChangeArrowheads="1"/>
          </p:cNvSpPr>
          <p:nvPr userDrawn="1"/>
        </p:nvSpPr>
        <p:spPr bwMode="auto"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pic>
        <p:nvPicPr>
          <p:cNvPr id="6" name="Picture 4" descr="Y:\TBEAlogo\TBEA 特变电工白色中文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156" y="5494762"/>
            <a:ext cx="37179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2" descr="未标题-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865" y="2628901"/>
            <a:ext cx="4910137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2113281" y="2032001"/>
            <a:ext cx="7355840" cy="596900"/>
          </a:xfrm>
          <a:prstGeom prst="rect">
            <a:avLst/>
          </a:prstGeom>
        </p:spPr>
        <p:txBody>
          <a:bodyPr/>
          <a:lstStyle>
            <a:lvl1pPr marL="635" indent="0">
              <a:buNone/>
              <a:defRPr>
                <a:solidFill>
                  <a:srgbClr val="1E4E8B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defRPr>
            </a:lvl1pPr>
          </a:lstStyle>
          <a:p>
            <a:pPr lvl="0"/>
            <a:r>
              <a:rPr lang="zh-CN" altLang="en-US" dirty="0"/>
              <a:t>编辑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rlkönig GROUP Folienlayou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 userDrawn="1"/>
        </p:nvSpPr>
        <p:spPr>
          <a:xfrm>
            <a:off x="0" y="101600"/>
            <a:ext cx="144145" cy="539750"/>
          </a:xfrm>
          <a:prstGeom prst="rect">
            <a:avLst/>
          </a:prstGeom>
          <a:solidFill>
            <a:srgbClr val="1C4885"/>
          </a:solidFill>
          <a:ln w="9525">
            <a:noFill/>
          </a:ln>
        </p:spPr>
        <p:txBody>
          <a:bodyPr anchor="ctr"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44145" y="149061"/>
            <a:ext cx="76701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kern="1200" baseline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0" y="657225"/>
            <a:ext cx="12192000" cy="0"/>
          </a:xfrm>
          <a:prstGeom prst="line">
            <a:avLst/>
          </a:prstGeom>
          <a:ln w="28575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5"/>
          <p:cNvSpPr/>
          <p:nvPr userDrawn="1"/>
        </p:nvSpPr>
        <p:spPr>
          <a:xfrm>
            <a:off x="9448483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r"/>
            <a:fld id="{6D9CE391-FE24-402B-8E40-29450A3FCB00}" type="slidenum">
              <a:rPr lang="zh-CN" altLang="en-US">
                <a:solidFill>
                  <a:srgbClr val="000000"/>
                </a:solidFill>
              </a:rPr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标题 1"/>
          <p:cNvSpPr>
            <a:spLocks noGrp="1"/>
          </p:cNvSpPr>
          <p:nvPr>
            <p:ph type="title"/>
          </p:nvPr>
        </p:nvSpPr>
        <p:spPr>
          <a:xfrm>
            <a:off x="200266" y="177695"/>
            <a:ext cx="11242289" cy="460587"/>
          </a:xfrm>
          <a:prstGeom prst="rect">
            <a:avLst/>
          </a:prstGeom>
          <a:effectLst/>
        </p:spPr>
        <p:txBody>
          <a:bodyPr anchor="ctr"/>
          <a:lstStyle>
            <a:lvl1pPr>
              <a:defRPr sz="2400" b="1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18" name="矩形 1"/>
          <p:cNvSpPr>
            <a:spLocks noChangeArrowheads="1"/>
          </p:cNvSpPr>
          <p:nvPr userDrawn="1"/>
        </p:nvSpPr>
        <p:spPr bwMode="auto">
          <a:xfrm>
            <a:off x="2" y="176214"/>
            <a:ext cx="144463" cy="463551"/>
          </a:xfrm>
          <a:prstGeom prst="rect">
            <a:avLst/>
          </a:prstGeom>
          <a:solidFill>
            <a:schemeClr val="accent1">
              <a:lumMod val="75000"/>
              <a:alpha val="10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ctr"/>
            <a:endParaRPr lang="zh-CN" sz="2400">
              <a:solidFill>
                <a:srgbClr val="1C4885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 flipV="1">
            <a:off x="0" y="637967"/>
            <a:ext cx="12192000" cy="5179"/>
          </a:xfrm>
          <a:prstGeom prst="line">
            <a:avLst/>
          </a:prstGeom>
          <a:ln w="28575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-5437238" y="-5184058"/>
            <a:ext cx="23066477" cy="17226116"/>
            <a:chOff x="-5928852" y="-4660490"/>
            <a:chExt cx="23066477" cy="17226116"/>
          </a:xfrm>
        </p:grpSpPr>
        <p:sp>
          <p:nvSpPr>
            <p:cNvPr id="7" name="椭圆 6"/>
            <p:cNvSpPr/>
            <p:nvPr userDrawn="1"/>
          </p:nvSpPr>
          <p:spPr>
            <a:xfrm>
              <a:off x="-5928852" y="-4660490"/>
              <a:ext cx="383458" cy="38345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 userDrawn="1"/>
          </p:nvSpPr>
          <p:spPr>
            <a:xfrm>
              <a:off x="16754167" y="-4660490"/>
              <a:ext cx="383458" cy="38345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-5928852" y="12182168"/>
              <a:ext cx="383458" cy="38345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16754167" y="12182168"/>
              <a:ext cx="383458" cy="38345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4.bin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6.bin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7.bin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8.bin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9.bin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10.bin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11.bin"/><Relationship Id="rId1" Type="http://schemas.openxmlformats.org/officeDocument/2006/relationships/tags" Target="../tags/tag4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12.bin"/><Relationship Id="rId10" Type="http://schemas.openxmlformats.org/officeDocument/2006/relationships/notesSlide" Target="../notesSlides/notesSlide14.xml"/><Relationship Id="rId1" Type="http://schemas.openxmlformats.org/officeDocument/2006/relationships/tags" Target="../tags/tag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矩形 6"/>
          <p:cNvSpPr>
            <a:spLocks noChangeArrowheads="1"/>
          </p:cNvSpPr>
          <p:nvPr/>
        </p:nvSpPr>
        <p:spPr bwMode="auto">
          <a:xfrm>
            <a:off x="-10160" y="4799753"/>
            <a:ext cx="12202160" cy="2058247"/>
          </a:xfrm>
          <a:prstGeom prst="rect">
            <a:avLst/>
          </a:prstGeom>
          <a:solidFill>
            <a:srgbClr val="1C48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2400">
              <a:solidFill>
                <a:srgbClr val="FFFFFF"/>
              </a:solidFill>
            </a:endParaRPr>
          </a:p>
        </p:txBody>
      </p:sp>
      <p:graphicFrame>
        <p:nvGraphicFramePr>
          <p:cNvPr id="2" name="对象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0160" imgH="10160" progId="TCLayout.ActiveDocument.1">
                  <p:embed/>
                </p:oleObj>
              </mc:Choice>
              <mc:Fallback>
                <p:oleObj name="think-cell 幻灯片" r:id="rId2" imgW="10160" imgH="1016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06" name="图片 2" descr="未标题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865" y="2620434"/>
            <a:ext cx="4910137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Freeform 102"/>
          <p:cNvSpPr>
            <a:spLocks noEditPoints="1" noChangeArrowheads="1"/>
          </p:cNvSpPr>
          <p:nvPr/>
        </p:nvSpPr>
        <p:spPr bwMode="auto">
          <a:xfrm>
            <a:off x="971551" y="5593061"/>
            <a:ext cx="368300" cy="381643"/>
          </a:xfrm>
          <a:custGeom>
            <a:avLst/>
            <a:gdLst>
              <a:gd name="T0" fmla="*/ 2147483646 w 837"/>
              <a:gd name="T1" fmla="*/ 0 h 837"/>
              <a:gd name="T2" fmla="*/ 0 w 837"/>
              <a:gd name="T3" fmla="*/ 2147483646 h 837"/>
              <a:gd name="T4" fmla="*/ 2147483646 w 837"/>
              <a:gd name="T5" fmla="*/ 2147483646 h 837"/>
              <a:gd name="T6" fmla="*/ 2147483646 w 837"/>
              <a:gd name="T7" fmla="*/ 2147483646 h 837"/>
              <a:gd name="T8" fmla="*/ 2147483646 w 837"/>
              <a:gd name="T9" fmla="*/ 0 h 837"/>
              <a:gd name="T10" fmla="*/ 2147483646 w 837"/>
              <a:gd name="T11" fmla="*/ 2147483646 h 837"/>
              <a:gd name="T12" fmla="*/ 2147483646 w 837"/>
              <a:gd name="T13" fmla="*/ 2147483646 h 837"/>
              <a:gd name="T14" fmla="*/ 2147483646 w 837"/>
              <a:gd name="T15" fmla="*/ 2147483646 h 837"/>
              <a:gd name="T16" fmla="*/ 2147483646 w 837"/>
              <a:gd name="T17" fmla="*/ 2147483646 h 837"/>
              <a:gd name="T18" fmla="*/ 2147483646 w 837"/>
              <a:gd name="T19" fmla="*/ 2147483646 h 837"/>
              <a:gd name="T20" fmla="*/ 2147483646 w 837"/>
              <a:gd name="T21" fmla="*/ 2147483646 h 837"/>
              <a:gd name="T22" fmla="*/ 2147483646 w 837"/>
              <a:gd name="T23" fmla="*/ 2147483646 h 837"/>
              <a:gd name="T24" fmla="*/ 2147483646 w 837"/>
              <a:gd name="T25" fmla="*/ 2147483646 h 837"/>
              <a:gd name="T26" fmla="*/ 2147483646 w 837"/>
              <a:gd name="T27" fmla="*/ 2147483646 h 837"/>
              <a:gd name="T28" fmla="*/ 2147483646 w 837"/>
              <a:gd name="T29" fmla="*/ 2147483646 h 837"/>
              <a:gd name="T30" fmla="*/ 2147483646 w 837"/>
              <a:gd name="T31" fmla="*/ 2147483646 h 837"/>
              <a:gd name="T32" fmla="*/ 2147483646 w 837"/>
              <a:gd name="T33" fmla="*/ 2147483646 h 837"/>
              <a:gd name="T34" fmla="*/ 2147483646 w 837"/>
              <a:gd name="T35" fmla="*/ 2147483646 h 837"/>
              <a:gd name="T36" fmla="*/ 2147483646 w 837"/>
              <a:gd name="T37" fmla="*/ 2147483646 h 837"/>
              <a:gd name="T38" fmla="*/ 2147483646 w 837"/>
              <a:gd name="T39" fmla="*/ 2147483646 h 837"/>
              <a:gd name="T40" fmla="*/ 2147483646 w 837"/>
              <a:gd name="T41" fmla="*/ 2147483646 h 837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837"/>
              <a:gd name="T64" fmla="*/ 0 h 837"/>
              <a:gd name="T65" fmla="*/ 837 w 837"/>
              <a:gd name="T66" fmla="*/ 837 h 837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837" h="837">
                <a:moveTo>
                  <a:pt x="418" y="0"/>
                </a:moveTo>
                <a:cubicBezTo>
                  <a:pt x="187" y="0"/>
                  <a:pt x="0" y="187"/>
                  <a:pt x="0" y="419"/>
                </a:cubicBezTo>
                <a:cubicBezTo>
                  <a:pt x="0" y="650"/>
                  <a:pt x="187" y="837"/>
                  <a:pt x="418" y="837"/>
                </a:cubicBezTo>
                <a:cubicBezTo>
                  <a:pt x="650" y="837"/>
                  <a:pt x="837" y="650"/>
                  <a:pt x="837" y="419"/>
                </a:cubicBezTo>
                <a:cubicBezTo>
                  <a:pt x="837" y="187"/>
                  <a:pt x="650" y="0"/>
                  <a:pt x="418" y="0"/>
                </a:cubicBezTo>
                <a:close/>
                <a:moveTo>
                  <a:pt x="173" y="583"/>
                </a:moveTo>
                <a:cubicBezTo>
                  <a:pt x="121" y="583"/>
                  <a:pt x="121" y="583"/>
                  <a:pt x="121" y="583"/>
                </a:cubicBezTo>
                <a:cubicBezTo>
                  <a:pt x="121" y="251"/>
                  <a:pt x="121" y="251"/>
                  <a:pt x="121" y="251"/>
                </a:cubicBezTo>
                <a:cubicBezTo>
                  <a:pt x="440" y="251"/>
                  <a:pt x="440" y="251"/>
                  <a:pt x="440" y="251"/>
                </a:cubicBezTo>
                <a:cubicBezTo>
                  <a:pt x="490" y="177"/>
                  <a:pt x="490" y="177"/>
                  <a:pt x="490" y="177"/>
                </a:cubicBezTo>
                <a:cubicBezTo>
                  <a:pt x="631" y="177"/>
                  <a:pt x="631" y="177"/>
                  <a:pt x="631" y="177"/>
                </a:cubicBezTo>
                <a:cubicBezTo>
                  <a:pt x="631" y="251"/>
                  <a:pt x="631" y="251"/>
                  <a:pt x="631" y="251"/>
                </a:cubicBezTo>
                <a:cubicBezTo>
                  <a:pt x="631" y="269"/>
                  <a:pt x="631" y="269"/>
                  <a:pt x="631" y="269"/>
                </a:cubicBezTo>
                <a:cubicBezTo>
                  <a:pt x="631" y="300"/>
                  <a:pt x="631" y="300"/>
                  <a:pt x="631" y="300"/>
                </a:cubicBezTo>
                <a:cubicBezTo>
                  <a:pt x="173" y="300"/>
                  <a:pt x="173" y="300"/>
                  <a:pt x="173" y="300"/>
                </a:cubicBezTo>
                <a:lnTo>
                  <a:pt x="173" y="583"/>
                </a:lnTo>
                <a:close/>
                <a:moveTo>
                  <a:pt x="716" y="660"/>
                </a:moveTo>
                <a:cubicBezTo>
                  <a:pt x="205" y="660"/>
                  <a:pt x="205" y="660"/>
                  <a:pt x="205" y="660"/>
                </a:cubicBezTo>
                <a:cubicBezTo>
                  <a:pt x="205" y="328"/>
                  <a:pt x="205" y="328"/>
                  <a:pt x="205" y="328"/>
                </a:cubicBezTo>
                <a:cubicBezTo>
                  <a:pt x="716" y="328"/>
                  <a:pt x="716" y="328"/>
                  <a:pt x="716" y="328"/>
                </a:cubicBezTo>
                <a:lnTo>
                  <a:pt x="716" y="6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1511" name="矩形 40"/>
          <p:cNvSpPr>
            <a:spLocks noChangeArrowheads="1"/>
          </p:cNvSpPr>
          <p:nvPr/>
        </p:nvSpPr>
        <p:spPr bwMode="auto">
          <a:xfrm>
            <a:off x="1470025" y="5588635"/>
            <a:ext cx="3587115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特变电工电装集团 </a:t>
            </a:r>
            <a:r>
              <a:rPr lang="en-US" altLang="zh-CN" sz="1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2026</a:t>
            </a:r>
            <a:r>
              <a:rPr lang="zh-CN" altLang="en-US" sz="1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</a:t>
            </a:r>
            <a:r>
              <a:rPr lang="en-US" altLang="zh-CN" sz="1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09</a:t>
            </a:r>
            <a:r>
              <a:rPr lang="zh-CN" altLang="en-US" sz="16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</a:t>
            </a:r>
            <a:endParaRPr lang="zh-CN" altLang="en-US" sz="16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1507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593" y="572606"/>
            <a:ext cx="6937587" cy="3472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14020" y="1011555"/>
            <a:ext cx="10354945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400" b="1" dirty="0">
                <a:solidFill>
                  <a:srgbClr val="1C488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特变电工电装集团</a:t>
            </a:r>
            <a:endParaRPr lang="en-US" altLang="zh-CN" sz="4400" b="1" dirty="0">
              <a:solidFill>
                <a:srgbClr val="1C488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 defTabSz="1219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400" b="1" dirty="0">
                <a:solidFill>
                  <a:srgbClr val="1C488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零碳园区集控中心、产品碳足迹集采中心项目设计评审</a:t>
            </a:r>
            <a:endParaRPr lang="zh-CN" altLang="en-US" sz="4400" b="1" dirty="0">
              <a:solidFill>
                <a:srgbClr val="1C488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075" y="354013"/>
            <a:ext cx="7481888" cy="3743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4" name="图片 1" descr="20150820总部全景图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6" y="4313792"/>
            <a:ext cx="12198351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737645" y="1859099"/>
            <a:ext cx="1579565" cy="473075"/>
            <a:chOff x="728120" y="1561989"/>
            <a:chExt cx="1579565" cy="473075"/>
          </a:xfrm>
        </p:grpSpPr>
        <p:sp>
          <p:nvSpPr>
            <p:cNvPr id="23555" name="矩形 29"/>
            <p:cNvSpPr>
              <a:spLocks noChangeArrowheads="1"/>
            </p:cNvSpPr>
            <p:nvPr/>
          </p:nvSpPr>
          <p:spPr bwMode="auto">
            <a:xfrm>
              <a:off x="728120" y="1561989"/>
              <a:ext cx="1477963" cy="473075"/>
            </a:xfrm>
            <a:prstGeom prst="rect">
              <a:avLst/>
            </a:prstGeom>
            <a:solidFill>
              <a:srgbClr val="1C48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3556" name="文本框 30"/>
            <p:cNvSpPr txBox="1">
              <a:spLocks noChangeArrowheads="1"/>
            </p:cNvSpPr>
            <p:nvPr/>
          </p:nvSpPr>
          <p:spPr bwMode="auto">
            <a:xfrm>
              <a:off x="823372" y="1590564"/>
              <a:ext cx="14843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1</a:t>
              </a:r>
              <a:endPara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558" name="组合 54"/>
          <p:cNvGrpSpPr/>
          <p:nvPr/>
        </p:nvGrpSpPr>
        <p:grpSpPr bwMode="auto">
          <a:xfrm>
            <a:off x="644526" y="280988"/>
            <a:ext cx="1520825" cy="1006316"/>
            <a:chOff x="1442371" y="0"/>
            <a:chExt cx="1520585" cy="1005724"/>
          </a:xfrm>
        </p:grpSpPr>
        <p:sp>
          <p:nvSpPr>
            <p:cNvPr id="23565" name="文本框 57"/>
            <p:cNvSpPr txBox="1">
              <a:spLocks noChangeArrowheads="1"/>
            </p:cNvSpPr>
            <p:nvPr/>
          </p:nvSpPr>
          <p:spPr bwMode="auto">
            <a:xfrm>
              <a:off x="1530396" y="0"/>
              <a:ext cx="1432560" cy="645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zh-CN" altLang="en-US" sz="3600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66" name="文本框 56"/>
            <p:cNvSpPr txBox="1">
              <a:spLocks noChangeArrowheads="1"/>
            </p:cNvSpPr>
            <p:nvPr/>
          </p:nvSpPr>
          <p:spPr bwMode="auto">
            <a:xfrm>
              <a:off x="1442371" y="605849"/>
              <a:ext cx="1432560" cy="39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en-US" altLang="zh-CN" sz="2000" b="1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32565" y="2445244"/>
            <a:ext cx="1477963" cy="473075"/>
            <a:chOff x="728120" y="2282713"/>
            <a:chExt cx="1477963" cy="473075"/>
          </a:xfrm>
        </p:grpSpPr>
        <p:sp>
          <p:nvSpPr>
            <p:cNvPr id="23560" name="矩形 29"/>
            <p:cNvSpPr>
              <a:spLocks noChangeArrowheads="1"/>
            </p:cNvSpPr>
            <p:nvPr/>
          </p:nvSpPr>
          <p:spPr bwMode="auto">
            <a:xfrm>
              <a:off x="728120" y="2282713"/>
              <a:ext cx="1477963" cy="473075"/>
            </a:xfrm>
            <a:prstGeom prst="rect">
              <a:avLst/>
            </a:prstGeom>
            <a:solidFill>
              <a:srgbClr val="1C48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23561" name="文本框 30"/>
            <p:cNvSpPr txBox="1">
              <a:spLocks noChangeArrowheads="1"/>
            </p:cNvSpPr>
            <p:nvPr/>
          </p:nvSpPr>
          <p:spPr bwMode="auto">
            <a:xfrm>
              <a:off x="818291" y="2322067"/>
              <a:ext cx="13375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2</a:t>
              </a:r>
              <a:endPara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32565" y="3010287"/>
            <a:ext cx="1579565" cy="473075"/>
            <a:chOff x="723040" y="2838973"/>
            <a:chExt cx="1579565" cy="473075"/>
          </a:xfrm>
        </p:grpSpPr>
        <p:sp>
          <p:nvSpPr>
            <p:cNvPr id="2" name="矩形 29"/>
            <p:cNvSpPr>
              <a:spLocks noChangeArrowheads="1"/>
            </p:cNvSpPr>
            <p:nvPr/>
          </p:nvSpPr>
          <p:spPr bwMode="auto">
            <a:xfrm>
              <a:off x="723040" y="2838973"/>
              <a:ext cx="1477963" cy="473075"/>
            </a:xfrm>
            <a:prstGeom prst="rect">
              <a:avLst/>
            </a:prstGeom>
            <a:solidFill>
              <a:srgbClr val="1C48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2400">
                <a:solidFill>
                  <a:srgbClr val="FFFFFF"/>
                </a:solidFill>
              </a:endParaRPr>
            </a:p>
          </p:txBody>
        </p:sp>
        <p:sp>
          <p:nvSpPr>
            <p:cNvPr id="3" name="文本框 30"/>
            <p:cNvSpPr txBox="1">
              <a:spLocks noChangeArrowheads="1"/>
            </p:cNvSpPr>
            <p:nvPr/>
          </p:nvSpPr>
          <p:spPr bwMode="auto">
            <a:xfrm>
              <a:off x="818292" y="2877074"/>
              <a:ext cx="14843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3</a:t>
              </a:r>
              <a:endPara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42374" y="2422232"/>
            <a:ext cx="5269177" cy="4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135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二、管控指标体系设计</a:t>
            </a:r>
            <a:endParaRPr kumimoji="1" lang="zh-CN" altLang="en-US" sz="2135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42374" y="3008116"/>
            <a:ext cx="4718583" cy="4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2135" b="1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zh-CN" altLang="en-US" dirty="0">
                <a:cs typeface="微软雅黑" panose="020B0503020204020204" pitchFamily="34" charset="-122"/>
                <a:sym typeface="+mn-ea"/>
              </a:rPr>
              <a:t>双中心平台功能设计</a:t>
            </a:r>
            <a:endParaRPr lang="zh-CN" altLang="en-US" sz="213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42565" y="1836420"/>
            <a:ext cx="5565775" cy="4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135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一、“双中心”总体设计方案</a:t>
            </a:r>
            <a:endParaRPr kumimoji="1" lang="zh-CN" altLang="en-US" sz="2135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075" y="354013"/>
            <a:ext cx="7481888" cy="3743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文本框 12"/>
          <p:cNvSpPr txBox="1"/>
          <p:nvPr/>
        </p:nvSpPr>
        <p:spPr>
          <a:xfrm>
            <a:off x="2632075" y="2225675"/>
            <a:ext cx="6237605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kumimoji="1" lang="zh-CN" altLang="en-US" sz="3600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“双中心”平台总体设计方案</a:t>
            </a:r>
            <a:endParaRPr lang="en-US" altLang="zh-CN" sz="3600" dirty="0">
              <a:solidFill>
                <a:srgbClr val="1C4885"/>
              </a:solidFill>
              <a:latin typeface="Arial" panose="020B0604020202020204" pitchFamily="34" charset="0"/>
              <a:ea typeface="微软雅黑" panose="020B0503020204020204" pitchFamily="34" charset="-122"/>
              <a:sym typeface="庞门正道标题体" panose="02010600030101010101" pitchFamily="2" charset="-122"/>
            </a:endParaRPr>
          </a:p>
        </p:txBody>
      </p:sp>
      <p:grpSp>
        <p:nvGrpSpPr>
          <p:cNvPr id="7172" name="组合 13"/>
          <p:cNvGrpSpPr>
            <a:grpSpLocks noChangeAspect="1"/>
          </p:cNvGrpSpPr>
          <p:nvPr/>
        </p:nvGrpSpPr>
        <p:grpSpPr>
          <a:xfrm>
            <a:off x="6804025" y="3014663"/>
            <a:ext cx="5578475" cy="3481387"/>
            <a:chOff x="0" y="0"/>
            <a:chExt cx="5324473" cy="3322983"/>
          </a:xfrm>
        </p:grpSpPr>
        <p:pic>
          <p:nvPicPr>
            <p:cNvPr id="7177" name="图片 14"/>
            <p:cNvPicPr>
              <a:picLocks noChangeAspect="1"/>
            </p:cNvPicPr>
            <p:nvPr/>
          </p:nvPicPr>
          <p:blipFill>
            <a:blip r:embed="rId2"/>
            <a:srcRect b="52040"/>
            <a:stretch>
              <a:fillRect/>
            </a:stretch>
          </p:blipFill>
          <p:spPr>
            <a:xfrm>
              <a:off x="6344" y="0"/>
              <a:ext cx="5318129" cy="164241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8" name="图片 15"/>
            <p:cNvPicPr>
              <a:picLocks noChangeAspect="1"/>
            </p:cNvPicPr>
            <p:nvPr/>
          </p:nvPicPr>
          <p:blipFill>
            <a:blip r:embed="rId2"/>
            <a:srcRect t="50633" r="2628"/>
            <a:stretch>
              <a:fillRect/>
            </a:stretch>
          </p:blipFill>
          <p:spPr>
            <a:xfrm>
              <a:off x="0" y="1632435"/>
              <a:ext cx="5178427" cy="169054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6"/>
          <p:cNvSpPr/>
          <p:nvPr/>
        </p:nvSpPr>
        <p:spPr>
          <a:xfrm>
            <a:off x="0" y="4735513"/>
            <a:ext cx="12192000" cy="2119313"/>
          </a:xfrm>
          <a:prstGeom prst="rect">
            <a:avLst/>
          </a:prstGeom>
          <a:solidFill>
            <a:srgbClr val="1C4885"/>
          </a:solidFill>
          <a:ln w="9525">
            <a:noFill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174" name="组合 3"/>
          <p:cNvGrpSpPr/>
          <p:nvPr/>
        </p:nvGrpSpPr>
        <p:grpSpPr>
          <a:xfrm>
            <a:off x="0" y="1384300"/>
            <a:ext cx="2632076" cy="5386388"/>
            <a:chOff x="0" y="1038018"/>
            <a:chExt cx="1974325" cy="4039471"/>
          </a:xfrm>
        </p:grpSpPr>
        <p:sp>
          <p:nvSpPr>
            <p:cNvPr id="9220" name="文本框 8"/>
            <p:cNvSpPr txBox="1"/>
            <p:nvPr/>
          </p:nvSpPr>
          <p:spPr>
            <a:xfrm>
              <a:off x="0" y="1038018"/>
              <a:ext cx="1121721" cy="40394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34400" b="1" kern="1200" cap="none" spc="0" normalizeH="0" baseline="0" noProof="0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34400" b="1" kern="1200" cap="none" spc="0" normalizeH="0" baseline="0" noProof="0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23" name="文本框 19"/>
            <p:cNvSpPr/>
            <p:nvPr/>
          </p:nvSpPr>
          <p:spPr>
            <a:xfrm>
              <a:off x="426302" y="3551121"/>
              <a:ext cx="1548023" cy="686937"/>
            </a:xfrm>
            <a:custGeom>
              <a:avLst/>
              <a:gdLst/>
              <a:ahLst/>
              <a:cxnLst>
                <a:cxn ang="0">
                  <a:pos x="667378" y="0"/>
                </a:cxn>
                <a:cxn ang="0">
                  <a:pos x="1334757" y="0"/>
                </a:cxn>
                <a:cxn ang="0">
                  <a:pos x="1334757" y="360856"/>
                </a:cxn>
                <a:cxn ang="0">
                  <a:pos x="1997990" y="360856"/>
                </a:cxn>
                <a:cxn ang="0">
                  <a:pos x="1997990" y="899572"/>
                </a:cxn>
                <a:cxn ang="0">
                  <a:pos x="0" y="899572"/>
                </a:cxn>
                <a:cxn ang="0">
                  <a:pos x="0" y="360856"/>
                </a:cxn>
                <a:cxn ang="0">
                  <a:pos x="667378" y="360856"/>
                </a:cxn>
                <a:cxn ang="0">
                  <a:pos x="667378" y="0"/>
                </a:cxn>
              </a:cxnLst>
              <a:rect l="0" t="0" r="0" b="0"/>
              <a:pathLst>
                <a:path w="2064307" h="916126">
                  <a:moveTo>
                    <a:pt x="689525" y="0"/>
                  </a:moveTo>
                  <a:lnTo>
                    <a:pt x="1379051" y="0"/>
                  </a:lnTo>
                  <a:lnTo>
                    <a:pt x="1379051" y="367494"/>
                  </a:lnTo>
                  <a:lnTo>
                    <a:pt x="2064307" y="367494"/>
                  </a:lnTo>
                  <a:lnTo>
                    <a:pt x="2064307" y="916126"/>
                  </a:lnTo>
                  <a:lnTo>
                    <a:pt x="0" y="916126"/>
                  </a:lnTo>
                  <a:lnTo>
                    <a:pt x="0" y="367494"/>
                  </a:lnTo>
                  <a:lnTo>
                    <a:pt x="689525" y="367494"/>
                  </a:lnTo>
                  <a:lnTo>
                    <a:pt x="68952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1.1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系统整体架构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7815" y="701675"/>
            <a:ext cx="6505575" cy="61201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9435" y="1576070"/>
            <a:ext cx="4123055" cy="3965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建设零碳园区集控中心、产品碳足迹集采中心、产品碳足迹在线核算及报告系统。</a:t>
            </a:r>
            <a:endParaRPr 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、数据来源包括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ERP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、电装经营日报管理系统、各项目公司工单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-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物料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-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能耗计量（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MES/MOM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PLM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EMS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）、项目公司录入数据。</a:t>
            </a:r>
            <a:endParaRPr lang="zh-CN" altLang="en-US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、采用电装统一认证鉴权服务。</a:t>
            </a:r>
            <a:endParaRPr lang="zh-CN" altLang="en-US" sz="20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1.2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系统数据流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  <a:cs typeface="+mj-cs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7355" y="4394200"/>
            <a:ext cx="11457940" cy="217360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l"/>
            <a:r>
              <a:rPr lang="zh-CN" altLang="en-US" b="1" dirty="0"/>
              <a:t>项</a:t>
            </a:r>
            <a:endParaRPr lang="zh-CN" altLang="en-US" b="1" dirty="0"/>
          </a:p>
          <a:p>
            <a:pPr algn="l"/>
            <a:r>
              <a:rPr lang="zh-CN" altLang="en-US" b="1" dirty="0"/>
              <a:t>目</a:t>
            </a:r>
            <a:endParaRPr lang="zh-CN" altLang="en-US" b="1" dirty="0"/>
          </a:p>
          <a:p>
            <a:pPr algn="l"/>
            <a:r>
              <a:rPr lang="zh-CN" altLang="en-US" b="1" dirty="0"/>
              <a:t>公</a:t>
            </a:r>
            <a:endParaRPr lang="zh-CN" altLang="en-US" b="1" dirty="0"/>
          </a:p>
          <a:p>
            <a:pPr algn="l"/>
            <a:r>
              <a:rPr lang="zh-CN" altLang="en-US" b="1" dirty="0"/>
              <a:t>司</a:t>
            </a:r>
            <a:endParaRPr lang="zh-CN" altLang="en-US" b="1" dirty="0"/>
          </a:p>
          <a:p>
            <a:pPr algn="l"/>
            <a:r>
              <a:rPr lang="zh-CN" altLang="en-US" b="1" dirty="0"/>
              <a:t>侧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1187450" y="4780915"/>
            <a:ext cx="1955800" cy="6159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l"/>
            <a:r>
              <a:rPr lang="en-US" altLang="zh-CN" sz="1400" dirty="0"/>
              <a:t>MES/MOM</a:t>
            </a:r>
            <a:r>
              <a:rPr lang="zh-CN" altLang="en-US" sz="1400" dirty="0"/>
              <a:t>、</a:t>
            </a:r>
            <a:r>
              <a:rPr lang="en-US" altLang="zh-CN" sz="1400" dirty="0"/>
              <a:t>PLM</a:t>
            </a:r>
            <a:r>
              <a:rPr lang="zh-CN" altLang="en-US" sz="1400" dirty="0"/>
              <a:t>（工单、工序、</a:t>
            </a:r>
            <a:r>
              <a:rPr lang="en-US" altLang="zh-CN" sz="1400" dirty="0"/>
              <a:t>BOM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1187450" y="5704840"/>
            <a:ext cx="1955800" cy="6159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l"/>
            <a:r>
              <a:rPr lang="zh-CN" sz="1400" dirty="0"/>
              <a:t>智研院</a:t>
            </a:r>
            <a:r>
              <a:rPr lang="en-US" altLang="zh-CN" sz="1400" dirty="0"/>
              <a:t>IOT</a:t>
            </a:r>
            <a:r>
              <a:rPr lang="zh-CN" altLang="en-US" sz="1400" dirty="0"/>
              <a:t>（</a:t>
            </a:r>
            <a:r>
              <a:rPr lang="zh-CN" sz="1400" dirty="0"/>
              <a:t>能源计量数据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4302760" y="4780915"/>
            <a:ext cx="2551430" cy="1539240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t" anchorCtr="0"/>
          <a:p>
            <a:pPr algn="ctr"/>
            <a:r>
              <a:rPr lang="zh-CN" altLang="en-US" dirty="0">
                <a:solidFill>
                  <a:schemeClr val="bg1"/>
                </a:solidFill>
              </a:rPr>
              <a:t>本地数据采集处理模块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80715" y="5021580"/>
            <a:ext cx="1122045" cy="344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标准接口</a:t>
            </a:r>
            <a:endParaRPr lang="zh-CN" altLang="en-US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71000" y="4781550"/>
            <a:ext cx="1005205" cy="1539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l"/>
            <a:r>
              <a:rPr lang="zh-CN" sz="1400" dirty="0"/>
              <a:t>项目公司本地</a:t>
            </a:r>
            <a:r>
              <a:rPr lang="en-US" altLang="zh-CN" sz="1400" dirty="0"/>
              <a:t>EMS</a:t>
            </a:r>
            <a:r>
              <a:rPr lang="zh-CN" altLang="en-US" sz="1400" dirty="0"/>
              <a:t>（光伏、储能、能耗等）</a:t>
            </a:r>
            <a:endParaRPr lang="zh-CN" altLang="en-US" sz="1400" dirty="0"/>
          </a:p>
        </p:txBody>
      </p:sp>
      <p:sp>
        <p:nvSpPr>
          <p:cNvPr id="14" name="矩形 13"/>
          <p:cNvSpPr/>
          <p:nvPr/>
        </p:nvSpPr>
        <p:spPr>
          <a:xfrm>
            <a:off x="10495915" y="4780915"/>
            <a:ext cx="1065530" cy="153924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手动录入数据（集控中心提供录入界面）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31665" y="5128895"/>
            <a:ext cx="2320290" cy="2679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ctr"/>
            <a:r>
              <a:rPr lang="zh-CN" altLang="en-US" sz="1400" dirty="0"/>
              <a:t>生产数据采集处理服务</a:t>
            </a:r>
            <a:endParaRPr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4431665" y="5523865"/>
            <a:ext cx="2320290" cy="2679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ctr"/>
            <a:r>
              <a:rPr lang="zh-CN" altLang="en-US" sz="1400" dirty="0"/>
              <a:t>能源数据采集处理服务</a:t>
            </a:r>
            <a:endParaRPr lang="zh-CN" altLang="en-US" sz="1400" dirty="0"/>
          </a:p>
        </p:txBody>
      </p:sp>
      <p:sp>
        <p:nvSpPr>
          <p:cNvPr id="19" name="矩形 18"/>
          <p:cNvSpPr/>
          <p:nvPr/>
        </p:nvSpPr>
        <p:spPr>
          <a:xfrm>
            <a:off x="4431665" y="5890895"/>
            <a:ext cx="2320290" cy="2679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ctr"/>
            <a:r>
              <a:rPr lang="zh-CN" altLang="en-US" sz="1400" dirty="0"/>
              <a:t>数据标准化服务</a:t>
            </a:r>
            <a:endParaRPr lang="zh-CN" altLang="en-US" sz="1400" dirty="0"/>
          </a:p>
        </p:txBody>
      </p:sp>
      <p:sp>
        <p:nvSpPr>
          <p:cNvPr id="20" name="矩形 19"/>
          <p:cNvSpPr/>
          <p:nvPr/>
        </p:nvSpPr>
        <p:spPr>
          <a:xfrm>
            <a:off x="7162800" y="4781550"/>
            <a:ext cx="1774825" cy="1539240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产品碳足迹在线核算及报告系统：生产</a:t>
            </a: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能源绑定模块（配置生产单元计量表计</a:t>
            </a: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、配置进线</a:t>
            </a: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7355" y="911225"/>
            <a:ext cx="9337675" cy="27279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l"/>
            <a:r>
              <a:rPr lang="zh-CN" altLang="en-US" b="1" dirty="0"/>
              <a:t>电</a:t>
            </a:r>
            <a:endParaRPr lang="zh-CN" altLang="en-US" b="1" dirty="0"/>
          </a:p>
          <a:p>
            <a:pPr algn="l"/>
            <a:r>
              <a:rPr lang="zh-CN" altLang="en-US" b="1" dirty="0"/>
              <a:t>装</a:t>
            </a:r>
            <a:endParaRPr lang="zh-CN" altLang="en-US" b="1" dirty="0"/>
          </a:p>
          <a:p>
            <a:pPr algn="l"/>
            <a:r>
              <a:rPr lang="zh-CN" altLang="en-US" b="1" dirty="0"/>
              <a:t>集</a:t>
            </a:r>
            <a:endParaRPr lang="zh-CN" altLang="en-US" b="1" dirty="0"/>
          </a:p>
          <a:p>
            <a:pPr algn="l"/>
            <a:r>
              <a:rPr lang="zh-CN" altLang="en-US" b="1" dirty="0"/>
              <a:t>团</a:t>
            </a:r>
            <a:endParaRPr lang="zh-CN" altLang="en-US" b="1" dirty="0"/>
          </a:p>
          <a:p>
            <a:pPr algn="l"/>
            <a:r>
              <a:rPr lang="zh-CN" altLang="en-US" b="1" dirty="0"/>
              <a:t>侧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1442720" y="2769235"/>
            <a:ext cx="4362450" cy="615950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产品碳足迹在线核算及报告系统：订单能耗分摊、产品碳足迹在线核算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42085" y="1095375"/>
            <a:ext cx="2463800" cy="74993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产品碳足迹集采</a:t>
            </a: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中心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3361055" y="5349240"/>
            <a:ext cx="712470" cy="422910"/>
          </a:xfrm>
          <a:prstGeom prst="rightArrow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p>
            <a:pPr algn="l"/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5804535" y="1094740"/>
            <a:ext cx="2947035" cy="74993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零碳园区集控中心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530205" y="1094740"/>
            <a:ext cx="1355090" cy="462280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sym typeface="+mn-ea"/>
              </a:rPr>
              <a:t>ERP</a:t>
            </a:r>
            <a:endParaRPr lang="en-US" altLang="zh-CN" sz="14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548620" y="1844675"/>
            <a:ext cx="1353820" cy="615950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经营日报管理系统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30" name="肘形连接符 29"/>
          <p:cNvCxnSpPr>
            <a:stCxn id="8" idx="0"/>
            <a:endCxn id="22" idx="2"/>
          </p:cNvCxnSpPr>
          <p:nvPr/>
        </p:nvCxnSpPr>
        <p:spPr>
          <a:xfrm rot="16200000" flipV="1">
            <a:off x="3903345" y="3105785"/>
            <a:ext cx="1395730" cy="195453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0" idx="0"/>
            <a:endCxn id="22" idx="2"/>
          </p:cNvCxnSpPr>
          <p:nvPr/>
        </p:nvCxnSpPr>
        <p:spPr>
          <a:xfrm rot="16200000" flipV="1">
            <a:off x="5138420" y="1870075"/>
            <a:ext cx="1396365" cy="4426585"/>
          </a:xfrm>
          <a:prstGeom prst="bentConnector3">
            <a:avLst>
              <a:gd name="adj1" fmla="val 4997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13" idx="0"/>
            <a:endCxn id="27" idx="2"/>
          </p:cNvCxnSpPr>
          <p:nvPr/>
        </p:nvCxnSpPr>
        <p:spPr>
          <a:xfrm rot="16200000" flipV="1">
            <a:off x="7057708" y="2065338"/>
            <a:ext cx="2936875" cy="249555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14" idx="0"/>
            <a:endCxn id="27" idx="2"/>
          </p:cNvCxnSpPr>
          <p:nvPr/>
        </p:nvCxnSpPr>
        <p:spPr>
          <a:xfrm rot="16200000" flipV="1">
            <a:off x="7685405" y="1437640"/>
            <a:ext cx="2936240" cy="37503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29" idx="1"/>
            <a:endCxn id="27" idx="3"/>
          </p:cNvCxnSpPr>
          <p:nvPr/>
        </p:nvCxnSpPr>
        <p:spPr>
          <a:xfrm rot="10800000">
            <a:off x="8751570" y="1470025"/>
            <a:ext cx="1797050" cy="68262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28" idx="1"/>
            <a:endCxn id="27" idx="3"/>
          </p:cNvCxnSpPr>
          <p:nvPr/>
        </p:nvCxnSpPr>
        <p:spPr>
          <a:xfrm rot="10800000" flipV="1">
            <a:off x="8751570" y="1325880"/>
            <a:ext cx="1778635" cy="144145"/>
          </a:xfrm>
          <a:prstGeom prst="bentConnector3">
            <a:avLst>
              <a:gd name="adj1" fmla="val 4998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肘形连接符 35"/>
          <p:cNvCxnSpPr>
            <a:stCxn id="22" idx="0"/>
            <a:endCxn id="27" idx="2"/>
          </p:cNvCxnSpPr>
          <p:nvPr/>
        </p:nvCxnSpPr>
        <p:spPr>
          <a:xfrm rot="16200000">
            <a:off x="4988878" y="479743"/>
            <a:ext cx="924560" cy="3654425"/>
          </a:xfrm>
          <a:prstGeom prst="bentConnector3">
            <a:avLst>
              <a:gd name="adj1" fmla="val 5003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22" idx="0"/>
            <a:endCxn id="23" idx="2"/>
          </p:cNvCxnSpPr>
          <p:nvPr/>
        </p:nvCxnSpPr>
        <p:spPr>
          <a:xfrm rot="16200000" flipV="1">
            <a:off x="2687003" y="1832293"/>
            <a:ext cx="923925" cy="9499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27" idx="1"/>
            <a:endCxn id="23" idx="3"/>
          </p:cNvCxnSpPr>
          <p:nvPr/>
        </p:nvCxnSpPr>
        <p:spPr>
          <a:xfrm rot="10800000" flipV="1">
            <a:off x="3905885" y="1470025"/>
            <a:ext cx="1898650" cy="63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3263900" y="4156710"/>
            <a:ext cx="2221230" cy="347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接口：工单、</a:t>
            </a: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BOM</a:t>
            </a:r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、能源计量标准化数据；日</a:t>
            </a:r>
            <a:endParaRPr lang="zh-CN" altLang="en-US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07430" y="4174490"/>
            <a:ext cx="1774825" cy="419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接口：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工序和计量表绑定关系；增量</a:t>
            </a:r>
            <a:endParaRPr lang="zh-CN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793480" y="3474085"/>
            <a:ext cx="863600" cy="920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接口：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各单位能碳数据（见清单）</a:t>
            </a:r>
            <a:endParaRPr lang="zh-CN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079355" y="3601085"/>
            <a:ext cx="863600" cy="920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各单位手录数据（见清单）</a:t>
            </a:r>
            <a:endParaRPr lang="zh-CN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106035" y="2309495"/>
            <a:ext cx="1774825" cy="419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接口：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订单能耗</a:t>
            </a:r>
            <a:endParaRPr lang="zh-CN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055370" y="1889760"/>
            <a:ext cx="1774825" cy="419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接口：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订单、型号产品碳足迹</a:t>
            </a:r>
            <a:endParaRPr lang="zh-CN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967480" y="953770"/>
            <a:ext cx="1610995" cy="419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接口：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型号</a:t>
            </a: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产品</a:t>
            </a: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产线关系</a:t>
            </a:r>
            <a:endParaRPr lang="zh-CN" altLang="en-US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937625" y="767715"/>
            <a:ext cx="1610995" cy="419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视图：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型号</a:t>
            </a: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产品</a:t>
            </a: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产线（仅线缆）关系；日</a:t>
            </a:r>
            <a:endParaRPr lang="zh-CN" altLang="en-US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884920" y="1608455"/>
            <a:ext cx="1610995" cy="419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接口：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项目公司、线缆产线产值；日</a:t>
            </a:r>
            <a:endParaRPr lang="zh-CN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548620" y="2653665"/>
            <a:ext cx="1353820" cy="42291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电气：产品</a:t>
            </a:r>
            <a:r>
              <a:rPr lang="en-US" altLang="zh-CN" sz="1400" dirty="0">
                <a:solidFill>
                  <a:schemeClr val="bg1"/>
                </a:solidFill>
                <a:sym typeface="+mn-ea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sym typeface="+mn-ea"/>
              </a:rPr>
              <a:t>产线关系</a:t>
            </a:r>
            <a:endParaRPr lang="zh-CN" altLang="en-US" sz="1400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49" name="肘形连接符 48"/>
          <p:cNvCxnSpPr>
            <a:stCxn id="48" idx="1"/>
            <a:endCxn id="27" idx="2"/>
          </p:cNvCxnSpPr>
          <p:nvPr/>
        </p:nvCxnSpPr>
        <p:spPr>
          <a:xfrm rot="10800000">
            <a:off x="7278370" y="1844040"/>
            <a:ext cx="3270250" cy="102044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8162925" y="2349500"/>
            <a:ext cx="2332355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录入：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电气，</a:t>
            </a: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ERP</a:t>
            </a:r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产品种类</a:t>
            </a: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产线关系</a:t>
            </a:r>
            <a:r>
              <a:rPr lang="zh-CN" sz="14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；增量</a:t>
            </a:r>
            <a:endParaRPr lang="zh-CN" sz="1400" kern="100" dirty="0">
              <a:effectLst/>
              <a:latin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1.3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系统开发技术栈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2" name="Rectangle 7"/>
          <p:cNvSpPr/>
          <p:nvPr/>
        </p:nvSpPr>
        <p:spPr>
          <a:xfrm>
            <a:off x="422148" y="810816"/>
            <a:ext cx="457200" cy="4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4" name="Rounded Rectangle 12"/>
          <p:cNvSpPr/>
          <p:nvPr/>
        </p:nvSpPr>
        <p:spPr>
          <a:xfrm>
            <a:off x="239268" y="929688"/>
            <a:ext cx="2818638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7" name="Rectangle 13"/>
          <p:cNvSpPr/>
          <p:nvPr/>
        </p:nvSpPr>
        <p:spPr>
          <a:xfrm>
            <a:off x="239268" y="929688"/>
            <a:ext cx="2818638" cy="475488"/>
          </a:xfrm>
          <a:prstGeom prst="rect">
            <a:avLst/>
          </a:prstGeom>
          <a:gradFill flip="none" rotWithShape="1">
            <a:gsLst>
              <a:gs pos="0">
                <a:srgbClr val="1E3A5F"/>
              </a:gs>
              <a:gs pos="100000">
                <a:srgbClr val="3B82F6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8" name="TextBox 14"/>
          <p:cNvSpPr txBox="1"/>
          <p:nvPr/>
        </p:nvSpPr>
        <p:spPr>
          <a:xfrm>
            <a:off x="385572" y="1077998"/>
            <a:ext cx="122988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FFFFFF"/>
                </a:solidFill>
                <a:latin typeface="+mn-ea"/>
              </a:rPr>
              <a:t>后端  Backend</a:t>
            </a:r>
            <a:endParaRPr sz="14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" name="Rectangle 16"/>
          <p:cNvSpPr/>
          <p:nvPr/>
        </p:nvSpPr>
        <p:spPr>
          <a:xfrm>
            <a:off x="239268" y="1460040"/>
            <a:ext cx="2818638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385572" y="1498622"/>
            <a:ext cx="35907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64748B"/>
                </a:solidFill>
                <a:latin typeface="+mn-ea"/>
              </a:rPr>
              <a:t>组件</a:t>
            </a:r>
            <a:endParaRPr sz="1400" b="1">
              <a:solidFill>
                <a:srgbClr val="64748B"/>
              </a:solidFill>
              <a:latin typeface="+mn-ea"/>
            </a:endParaRPr>
          </a:p>
        </p:txBody>
      </p:sp>
      <p:sp>
        <p:nvSpPr>
          <p:cNvPr id="13" name="TextBox 18"/>
          <p:cNvSpPr txBox="1"/>
          <p:nvPr/>
        </p:nvSpPr>
        <p:spPr>
          <a:xfrm>
            <a:off x="2552528" y="1498622"/>
            <a:ext cx="35907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64748B"/>
                </a:solidFill>
                <a:latin typeface="+mn-ea"/>
              </a:rPr>
              <a:t>版本</a:t>
            </a:r>
            <a:endParaRPr sz="1400" b="1">
              <a:solidFill>
                <a:srgbClr val="64748B"/>
              </a:solidFill>
              <a:latin typeface="+mn-ea"/>
            </a:endParaRPr>
          </a:p>
        </p:txBody>
      </p:sp>
      <p:sp>
        <p:nvSpPr>
          <p:cNvPr id="14" name="Rectangle 19"/>
          <p:cNvSpPr/>
          <p:nvPr/>
        </p:nvSpPr>
        <p:spPr>
          <a:xfrm>
            <a:off x="239268" y="1752648"/>
            <a:ext cx="2818638" cy="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15" name="TextBox 20"/>
          <p:cNvSpPr txBox="1"/>
          <p:nvPr/>
        </p:nvSpPr>
        <p:spPr>
          <a:xfrm>
            <a:off x="385572" y="2103040"/>
            <a:ext cx="1023357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solidFill>
                  <a:srgbClr val="1E3A5F"/>
                </a:solidFill>
                <a:latin typeface="+mn-ea"/>
              </a:rPr>
              <a:t>springboot</a:t>
            </a:r>
            <a:endParaRPr lang="zh-CN" altLang="en-US" sz="1400" b="1" dirty="0">
              <a:solidFill>
                <a:srgbClr val="1E3A5F"/>
              </a:solidFill>
              <a:latin typeface="+mn-ea"/>
            </a:endParaRPr>
          </a:p>
        </p:txBody>
      </p:sp>
      <p:sp>
        <p:nvSpPr>
          <p:cNvPr id="16" name="TextBox 21"/>
          <p:cNvSpPr txBox="1"/>
          <p:nvPr/>
        </p:nvSpPr>
        <p:spPr>
          <a:xfrm>
            <a:off x="2477188" y="2103040"/>
            <a:ext cx="4344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2.6.1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17" name="Rectangle 22"/>
          <p:cNvSpPr/>
          <p:nvPr/>
        </p:nvSpPr>
        <p:spPr>
          <a:xfrm>
            <a:off x="239268" y="2632300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18" name="Rectangle 23"/>
          <p:cNvSpPr/>
          <p:nvPr/>
        </p:nvSpPr>
        <p:spPr>
          <a:xfrm>
            <a:off x="239268" y="2632300"/>
            <a:ext cx="2818638" cy="8430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19" name="TextBox 24"/>
          <p:cNvSpPr txBox="1"/>
          <p:nvPr/>
        </p:nvSpPr>
        <p:spPr>
          <a:xfrm>
            <a:off x="385572" y="2946116"/>
            <a:ext cx="28052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jdk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20" name="TextBox 25"/>
          <p:cNvSpPr txBox="1"/>
          <p:nvPr/>
        </p:nvSpPr>
        <p:spPr>
          <a:xfrm>
            <a:off x="2639092" y="2946116"/>
            <a:ext cx="27251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1.8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21" name="Rectangle 26"/>
          <p:cNvSpPr/>
          <p:nvPr/>
        </p:nvSpPr>
        <p:spPr>
          <a:xfrm>
            <a:off x="239268" y="3475377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2" name="TextBox 27"/>
          <p:cNvSpPr txBox="1"/>
          <p:nvPr/>
        </p:nvSpPr>
        <p:spPr>
          <a:xfrm>
            <a:off x="385572" y="3789193"/>
            <a:ext cx="48295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druid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23" name="TextBox 28"/>
          <p:cNvSpPr txBox="1"/>
          <p:nvPr/>
        </p:nvSpPr>
        <p:spPr>
          <a:xfrm>
            <a:off x="2366581" y="3789193"/>
            <a:ext cx="5450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1.2.18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24" name="Rectangle 29"/>
          <p:cNvSpPr/>
          <p:nvPr/>
        </p:nvSpPr>
        <p:spPr>
          <a:xfrm>
            <a:off x="239268" y="4318454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5" name="Rectangle 30"/>
          <p:cNvSpPr/>
          <p:nvPr/>
        </p:nvSpPr>
        <p:spPr>
          <a:xfrm>
            <a:off x="239268" y="4318454"/>
            <a:ext cx="2818638" cy="8430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6" name="TextBox 31"/>
          <p:cNvSpPr txBox="1"/>
          <p:nvPr/>
        </p:nvSpPr>
        <p:spPr>
          <a:xfrm>
            <a:off x="385572" y="4632270"/>
            <a:ext cx="183935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dynamic-datasource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27" name="TextBox 32"/>
          <p:cNvSpPr txBox="1"/>
          <p:nvPr/>
        </p:nvSpPr>
        <p:spPr>
          <a:xfrm>
            <a:off x="2477188" y="4632270"/>
            <a:ext cx="4344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3.4.1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28" name="Rectangle 33"/>
          <p:cNvSpPr/>
          <p:nvPr/>
        </p:nvSpPr>
        <p:spPr>
          <a:xfrm>
            <a:off x="239268" y="5161531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9" name="TextBox 34"/>
          <p:cNvSpPr txBox="1"/>
          <p:nvPr/>
        </p:nvSpPr>
        <p:spPr>
          <a:xfrm>
            <a:off x="385572" y="5475347"/>
            <a:ext cx="109433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mybatisplus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30" name="TextBox 35"/>
          <p:cNvSpPr txBox="1"/>
          <p:nvPr/>
        </p:nvSpPr>
        <p:spPr>
          <a:xfrm>
            <a:off x="2477188" y="5475347"/>
            <a:ext cx="4344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3.5.2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31" name="Rounded Rectangle 36"/>
          <p:cNvSpPr/>
          <p:nvPr/>
        </p:nvSpPr>
        <p:spPr>
          <a:xfrm>
            <a:off x="3204210" y="929688"/>
            <a:ext cx="2818638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32" name="Rectangle 37"/>
          <p:cNvSpPr/>
          <p:nvPr/>
        </p:nvSpPr>
        <p:spPr>
          <a:xfrm>
            <a:off x="3204210" y="929688"/>
            <a:ext cx="2818638" cy="475488"/>
          </a:xfrm>
          <a:prstGeom prst="rect">
            <a:avLst/>
          </a:prstGeom>
          <a:gradFill flip="none" rotWithShape="1">
            <a:gsLst>
              <a:gs pos="0">
                <a:srgbClr val="1E3A5F"/>
              </a:gs>
              <a:gs pos="100000">
                <a:srgbClr val="3B82F6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33" name="TextBox 38"/>
          <p:cNvSpPr txBox="1"/>
          <p:nvPr/>
        </p:nvSpPr>
        <p:spPr>
          <a:xfrm>
            <a:off x="3350514" y="1077998"/>
            <a:ext cx="17111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FFFFFF"/>
                </a:solidFill>
                <a:latin typeface="+mn-ea"/>
              </a:rPr>
              <a:t>中间件  Middleware</a:t>
            </a:r>
            <a:endParaRPr sz="14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5" name="Rectangle 40"/>
          <p:cNvSpPr/>
          <p:nvPr/>
        </p:nvSpPr>
        <p:spPr>
          <a:xfrm>
            <a:off x="3204210" y="1460040"/>
            <a:ext cx="2818638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36" name="TextBox 41"/>
          <p:cNvSpPr txBox="1"/>
          <p:nvPr/>
        </p:nvSpPr>
        <p:spPr>
          <a:xfrm>
            <a:off x="3350514" y="1498622"/>
            <a:ext cx="35907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64748B"/>
                </a:solidFill>
                <a:latin typeface="+mn-ea"/>
              </a:rPr>
              <a:t>组件</a:t>
            </a:r>
            <a:endParaRPr sz="1400" b="1">
              <a:solidFill>
                <a:srgbClr val="64748B"/>
              </a:solidFill>
              <a:latin typeface="+mn-ea"/>
            </a:endParaRPr>
          </a:p>
        </p:txBody>
      </p:sp>
      <p:sp>
        <p:nvSpPr>
          <p:cNvPr id="37" name="TextBox 42"/>
          <p:cNvSpPr txBox="1"/>
          <p:nvPr/>
        </p:nvSpPr>
        <p:spPr>
          <a:xfrm>
            <a:off x="5517470" y="1498622"/>
            <a:ext cx="35907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64748B"/>
                </a:solidFill>
                <a:latin typeface="+mn-ea"/>
              </a:rPr>
              <a:t>版本</a:t>
            </a:r>
            <a:endParaRPr sz="1400" b="1">
              <a:solidFill>
                <a:srgbClr val="64748B"/>
              </a:solidFill>
              <a:latin typeface="+mn-ea"/>
            </a:endParaRPr>
          </a:p>
        </p:txBody>
      </p:sp>
      <p:sp>
        <p:nvSpPr>
          <p:cNvPr id="38" name="Rectangle 43"/>
          <p:cNvSpPr/>
          <p:nvPr/>
        </p:nvSpPr>
        <p:spPr>
          <a:xfrm>
            <a:off x="3204210" y="1752648"/>
            <a:ext cx="2818638" cy="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39" name="TextBox 44"/>
          <p:cNvSpPr txBox="1"/>
          <p:nvPr/>
        </p:nvSpPr>
        <p:spPr>
          <a:xfrm>
            <a:off x="3350514" y="2384066"/>
            <a:ext cx="55784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solidFill>
                  <a:srgbClr val="1E3A5F"/>
                </a:solidFill>
                <a:latin typeface="+mn-ea"/>
              </a:rPr>
              <a:t>xxljob</a:t>
            </a:r>
            <a:endParaRPr lang="zh-CN" altLang="en-US" sz="1400" b="1" dirty="0">
              <a:solidFill>
                <a:srgbClr val="1E3A5F"/>
              </a:solidFill>
              <a:latin typeface="+mn-ea"/>
            </a:endParaRPr>
          </a:p>
        </p:txBody>
      </p:sp>
      <p:sp>
        <p:nvSpPr>
          <p:cNvPr id="40" name="TextBox 45"/>
          <p:cNvSpPr txBox="1"/>
          <p:nvPr/>
        </p:nvSpPr>
        <p:spPr>
          <a:xfrm>
            <a:off x="5442130" y="2384066"/>
            <a:ext cx="4344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2.4.1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41" name="Rectangle 46"/>
          <p:cNvSpPr/>
          <p:nvPr/>
        </p:nvSpPr>
        <p:spPr>
          <a:xfrm>
            <a:off x="3204210" y="3194352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42" name="Rectangle 47"/>
          <p:cNvSpPr/>
          <p:nvPr/>
        </p:nvSpPr>
        <p:spPr>
          <a:xfrm>
            <a:off x="3204210" y="3194352"/>
            <a:ext cx="2818638" cy="1405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43" name="TextBox 48"/>
          <p:cNvSpPr txBox="1"/>
          <p:nvPr/>
        </p:nvSpPr>
        <p:spPr>
          <a:xfrm>
            <a:off x="3350514" y="3789194"/>
            <a:ext cx="52097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nacos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44" name="TextBox 49"/>
          <p:cNvSpPr txBox="1"/>
          <p:nvPr/>
        </p:nvSpPr>
        <p:spPr>
          <a:xfrm>
            <a:off x="5442130" y="3789194"/>
            <a:ext cx="4344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 dirty="0">
                <a:solidFill>
                  <a:srgbClr val="06B6D4"/>
                </a:solidFill>
                <a:latin typeface="+mn-ea"/>
              </a:rPr>
              <a:t>2.2.3</a:t>
            </a:r>
            <a:endParaRPr sz="1400" b="1" dirty="0">
              <a:solidFill>
                <a:srgbClr val="06B6D4"/>
              </a:solidFill>
              <a:latin typeface="+mn-ea"/>
            </a:endParaRPr>
          </a:p>
        </p:txBody>
      </p:sp>
      <p:sp>
        <p:nvSpPr>
          <p:cNvPr id="45" name="Rectangle 50"/>
          <p:cNvSpPr/>
          <p:nvPr/>
        </p:nvSpPr>
        <p:spPr>
          <a:xfrm>
            <a:off x="3204210" y="4599480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46" name="TextBox 51"/>
          <p:cNvSpPr txBox="1"/>
          <p:nvPr/>
        </p:nvSpPr>
        <p:spPr>
          <a:xfrm>
            <a:off x="3350514" y="5194322"/>
            <a:ext cx="51135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nginx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47" name="TextBox 52"/>
          <p:cNvSpPr txBox="1"/>
          <p:nvPr/>
        </p:nvSpPr>
        <p:spPr>
          <a:xfrm>
            <a:off x="5331523" y="5194322"/>
            <a:ext cx="5450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1.23.1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48" name="Rounded Rectangle 53"/>
          <p:cNvSpPr/>
          <p:nvPr/>
        </p:nvSpPr>
        <p:spPr>
          <a:xfrm>
            <a:off x="6169152" y="929688"/>
            <a:ext cx="2818638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49" name="Rectangle 54"/>
          <p:cNvSpPr/>
          <p:nvPr/>
        </p:nvSpPr>
        <p:spPr>
          <a:xfrm>
            <a:off x="6169152" y="929688"/>
            <a:ext cx="2818638" cy="475488"/>
          </a:xfrm>
          <a:prstGeom prst="rect">
            <a:avLst/>
          </a:prstGeom>
          <a:gradFill flip="none" rotWithShape="1">
            <a:gsLst>
              <a:gs pos="0">
                <a:srgbClr val="1E3A5F"/>
              </a:gs>
              <a:gs pos="100000">
                <a:srgbClr val="3B82F6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50" name="TextBox 55"/>
          <p:cNvSpPr txBox="1"/>
          <p:nvPr/>
        </p:nvSpPr>
        <p:spPr>
          <a:xfrm>
            <a:off x="6315456" y="1077998"/>
            <a:ext cx="148386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FFFFFF"/>
                </a:solidFill>
                <a:latin typeface="+mn-ea"/>
              </a:rPr>
              <a:t>数据库  Database</a:t>
            </a:r>
            <a:endParaRPr sz="14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52" name="Rectangle 57"/>
          <p:cNvSpPr/>
          <p:nvPr/>
        </p:nvSpPr>
        <p:spPr>
          <a:xfrm>
            <a:off x="6169152" y="1460040"/>
            <a:ext cx="2818638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53" name="TextBox 58"/>
          <p:cNvSpPr txBox="1"/>
          <p:nvPr/>
        </p:nvSpPr>
        <p:spPr>
          <a:xfrm>
            <a:off x="6315456" y="1498622"/>
            <a:ext cx="35907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64748B"/>
                </a:solidFill>
                <a:latin typeface="+mn-ea"/>
              </a:rPr>
              <a:t>组件</a:t>
            </a:r>
            <a:endParaRPr sz="1400" b="1">
              <a:solidFill>
                <a:srgbClr val="64748B"/>
              </a:solidFill>
              <a:latin typeface="+mn-ea"/>
            </a:endParaRPr>
          </a:p>
        </p:txBody>
      </p:sp>
      <p:sp>
        <p:nvSpPr>
          <p:cNvPr id="54" name="TextBox 59"/>
          <p:cNvSpPr txBox="1"/>
          <p:nvPr/>
        </p:nvSpPr>
        <p:spPr>
          <a:xfrm>
            <a:off x="8482412" y="1498622"/>
            <a:ext cx="35907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64748B"/>
                </a:solidFill>
                <a:latin typeface="+mn-ea"/>
              </a:rPr>
              <a:t>版本</a:t>
            </a:r>
            <a:endParaRPr sz="1400" b="1">
              <a:solidFill>
                <a:srgbClr val="64748B"/>
              </a:solidFill>
              <a:latin typeface="+mn-ea"/>
            </a:endParaRPr>
          </a:p>
        </p:txBody>
      </p:sp>
      <p:sp>
        <p:nvSpPr>
          <p:cNvPr id="55" name="Rectangle 60"/>
          <p:cNvSpPr/>
          <p:nvPr/>
        </p:nvSpPr>
        <p:spPr>
          <a:xfrm>
            <a:off x="6169152" y="1752648"/>
            <a:ext cx="2818638" cy="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56" name="TextBox 61"/>
          <p:cNvSpPr txBox="1"/>
          <p:nvPr/>
        </p:nvSpPr>
        <p:spPr>
          <a:xfrm>
            <a:off x="6315456" y="2735437"/>
            <a:ext cx="535305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E3A5F"/>
                </a:solidFill>
                <a:latin typeface="+mn-ea"/>
              </a:rPr>
              <a:t>mysql</a:t>
            </a:r>
            <a:endParaRPr lang="en-US" sz="1400" b="1" dirty="0">
              <a:solidFill>
                <a:srgbClr val="1E3A5F"/>
              </a:solidFill>
              <a:latin typeface="+mn-ea"/>
            </a:endParaRPr>
          </a:p>
        </p:txBody>
      </p:sp>
      <p:sp>
        <p:nvSpPr>
          <p:cNvPr id="57" name="TextBox 62"/>
          <p:cNvSpPr txBox="1"/>
          <p:nvPr/>
        </p:nvSpPr>
        <p:spPr>
          <a:xfrm>
            <a:off x="7578471" y="2707321"/>
            <a:ext cx="1263015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 dirty="0">
                <a:solidFill>
                  <a:srgbClr val="06B6D4"/>
                </a:solidFill>
                <a:latin typeface="+mn-ea"/>
              </a:rPr>
              <a:t>8.0</a:t>
            </a:r>
            <a:endParaRPr lang="en-US" sz="1400" b="1" dirty="0">
              <a:solidFill>
                <a:srgbClr val="06B6D4"/>
              </a:solidFill>
              <a:latin typeface="+mn-ea"/>
            </a:endParaRPr>
          </a:p>
        </p:txBody>
      </p:sp>
      <p:sp>
        <p:nvSpPr>
          <p:cNvPr id="58" name="Rectangle 63"/>
          <p:cNvSpPr/>
          <p:nvPr/>
        </p:nvSpPr>
        <p:spPr>
          <a:xfrm>
            <a:off x="6169152" y="3896916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59" name="Rectangle 64"/>
          <p:cNvSpPr/>
          <p:nvPr/>
        </p:nvSpPr>
        <p:spPr>
          <a:xfrm>
            <a:off x="6169152" y="3896916"/>
            <a:ext cx="2818638" cy="210769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60" name="TextBox 65"/>
          <p:cNvSpPr txBox="1"/>
          <p:nvPr/>
        </p:nvSpPr>
        <p:spPr>
          <a:xfrm>
            <a:off x="6315456" y="4843040"/>
            <a:ext cx="43832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redis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61" name="TextBox 66"/>
          <p:cNvSpPr txBox="1"/>
          <p:nvPr/>
        </p:nvSpPr>
        <p:spPr>
          <a:xfrm>
            <a:off x="8407072" y="4843040"/>
            <a:ext cx="4344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7.0.5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62" name="Rounded Rectangle 67"/>
          <p:cNvSpPr/>
          <p:nvPr/>
        </p:nvSpPr>
        <p:spPr>
          <a:xfrm>
            <a:off x="9134094" y="929688"/>
            <a:ext cx="2818638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63" name="Rectangle 68"/>
          <p:cNvSpPr/>
          <p:nvPr/>
        </p:nvSpPr>
        <p:spPr>
          <a:xfrm>
            <a:off x="9134094" y="929688"/>
            <a:ext cx="2818638" cy="475488"/>
          </a:xfrm>
          <a:prstGeom prst="rect">
            <a:avLst/>
          </a:prstGeom>
          <a:gradFill flip="none" rotWithShape="1">
            <a:gsLst>
              <a:gs pos="0">
                <a:srgbClr val="1E3A5F"/>
              </a:gs>
              <a:gs pos="100000">
                <a:srgbClr val="3B82F6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48" name="TextBox 69"/>
          <p:cNvSpPr txBox="1"/>
          <p:nvPr/>
        </p:nvSpPr>
        <p:spPr>
          <a:xfrm>
            <a:off x="9280398" y="1077998"/>
            <a:ext cx="128875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FFFFFF"/>
                </a:solidFill>
                <a:latin typeface="+mn-ea"/>
              </a:rPr>
              <a:t>前端  Frontend</a:t>
            </a:r>
            <a:endParaRPr sz="1400" b="1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7651" name="Rectangle 71"/>
          <p:cNvSpPr/>
          <p:nvPr/>
        </p:nvSpPr>
        <p:spPr>
          <a:xfrm>
            <a:off x="9134094" y="1460040"/>
            <a:ext cx="2818638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52" name="TextBox 72"/>
          <p:cNvSpPr txBox="1"/>
          <p:nvPr/>
        </p:nvSpPr>
        <p:spPr>
          <a:xfrm>
            <a:off x="9280398" y="1498622"/>
            <a:ext cx="35907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64748B"/>
                </a:solidFill>
                <a:latin typeface="+mn-ea"/>
              </a:rPr>
              <a:t>组件</a:t>
            </a:r>
            <a:endParaRPr sz="1400" b="1">
              <a:solidFill>
                <a:srgbClr val="64748B"/>
              </a:solidFill>
              <a:latin typeface="+mn-ea"/>
            </a:endParaRPr>
          </a:p>
        </p:txBody>
      </p:sp>
      <p:sp>
        <p:nvSpPr>
          <p:cNvPr id="27653" name="TextBox 73"/>
          <p:cNvSpPr txBox="1"/>
          <p:nvPr/>
        </p:nvSpPr>
        <p:spPr>
          <a:xfrm>
            <a:off x="11447354" y="1498622"/>
            <a:ext cx="35907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64748B"/>
                </a:solidFill>
                <a:latin typeface="+mn-ea"/>
              </a:rPr>
              <a:t>版本</a:t>
            </a:r>
            <a:endParaRPr sz="1400" b="1">
              <a:solidFill>
                <a:srgbClr val="64748B"/>
              </a:solidFill>
              <a:latin typeface="+mn-ea"/>
            </a:endParaRPr>
          </a:p>
        </p:txBody>
      </p:sp>
      <p:sp>
        <p:nvSpPr>
          <p:cNvPr id="27654" name="Rectangle 74"/>
          <p:cNvSpPr/>
          <p:nvPr/>
        </p:nvSpPr>
        <p:spPr>
          <a:xfrm>
            <a:off x="9134094" y="1752648"/>
            <a:ext cx="2818638" cy="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55" name="TextBox 75"/>
          <p:cNvSpPr txBox="1"/>
          <p:nvPr/>
        </p:nvSpPr>
        <p:spPr>
          <a:xfrm>
            <a:off x="9280398" y="2103040"/>
            <a:ext cx="32541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solidFill>
                  <a:srgbClr val="1E3A5F"/>
                </a:solidFill>
                <a:latin typeface="+mn-ea"/>
              </a:rPr>
              <a:t>vue</a:t>
            </a:r>
            <a:endParaRPr lang="zh-CN" altLang="en-US" sz="1400" b="1" dirty="0">
              <a:solidFill>
                <a:srgbClr val="1E3A5F"/>
              </a:solidFill>
              <a:latin typeface="+mn-ea"/>
            </a:endParaRPr>
          </a:p>
        </p:txBody>
      </p:sp>
      <p:sp>
        <p:nvSpPr>
          <p:cNvPr id="27656" name="TextBox 76"/>
          <p:cNvSpPr txBox="1"/>
          <p:nvPr/>
        </p:nvSpPr>
        <p:spPr>
          <a:xfrm>
            <a:off x="11695820" y="2103040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3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27657" name="Rectangle 77"/>
          <p:cNvSpPr/>
          <p:nvPr/>
        </p:nvSpPr>
        <p:spPr>
          <a:xfrm>
            <a:off x="9134094" y="2632300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58" name="Rectangle 78"/>
          <p:cNvSpPr/>
          <p:nvPr/>
        </p:nvSpPr>
        <p:spPr>
          <a:xfrm>
            <a:off x="9134094" y="2632300"/>
            <a:ext cx="2818638" cy="8430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59" name="TextBox 79"/>
          <p:cNvSpPr txBox="1"/>
          <p:nvPr/>
        </p:nvSpPr>
        <p:spPr>
          <a:xfrm>
            <a:off x="9280398" y="2946116"/>
            <a:ext cx="111088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elementplus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27660" name="TextBox 80"/>
          <p:cNvSpPr txBox="1"/>
          <p:nvPr/>
        </p:nvSpPr>
        <p:spPr>
          <a:xfrm>
            <a:off x="11261407" y="2946116"/>
            <a:ext cx="5450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2.13.1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27661" name="Rectangle 81"/>
          <p:cNvSpPr/>
          <p:nvPr/>
        </p:nvSpPr>
        <p:spPr>
          <a:xfrm>
            <a:off x="9134094" y="3475377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62" name="TextBox 82"/>
          <p:cNvSpPr txBox="1"/>
          <p:nvPr/>
        </p:nvSpPr>
        <p:spPr>
          <a:xfrm>
            <a:off x="9280398" y="3789193"/>
            <a:ext cx="65954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echarts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27663" name="TextBox 83"/>
          <p:cNvSpPr txBox="1"/>
          <p:nvPr/>
        </p:nvSpPr>
        <p:spPr>
          <a:xfrm>
            <a:off x="11372014" y="3789193"/>
            <a:ext cx="4344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5.5.1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27664" name="Rectangle 84"/>
          <p:cNvSpPr/>
          <p:nvPr/>
        </p:nvSpPr>
        <p:spPr>
          <a:xfrm>
            <a:off x="9134094" y="4318454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65" name="Rectangle 85"/>
          <p:cNvSpPr/>
          <p:nvPr/>
        </p:nvSpPr>
        <p:spPr>
          <a:xfrm>
            <a:off x="9134094" y="4318454"/>
            <a:ext cx="2818638" cy="8430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66" name="TextBox 86"/>
          <p:cNvSpPr txBox="1"/>
          <p:nvPr/>
        </p:nvSpPr>
        <p:spPr>
          <a:xfrm>
            <a:off x="9280398" y="4632270"/>
            <a:ext cx="44723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pinia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27667" name="TextBox 87"/>
          <p:cNvSpPr txBox="1"/>
          <p:nvPr/>
        </p:nvSpPr>
        <p:spPr>
          <a:xfrm>
            <a:off x="11372014" y="4632270"/>
            <a:ext cx="43441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2.0.9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27668" name="Rectangle 88"/>
          <p:cNvSpPr/>
          <p:nvPr/>
        </p:nvSpPr>
        <p:spPr>
          <a:xfrm>
            <a:off x="9134094" y="5161531"/>
            <a:ext cx="2818638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  <p:sp>
        <p:nvSpPr>
          <p:cNvPr id="27669" name="TextBox 89"/>
          <p:cNvSpPr txBox="1"/>
          <p:nvPr/>
        </p:nvSpPr>
        <p:spPr>
          <a:xfrm>
            <a:off x="9280398" y="5475347"/>
            <a:ext cx="70051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>
                <a:solidFill>
                  <a:srgbClr val="1E3A5F"/>
                </a:solidFill>
                <a:latin typeface="+mn-ea"/>
              </a:rPr>
              <a:t>antv/x6</a:t>
            </a:r>
            <a:endParaRPr sz="1400" b="1">
              <a:solidFill>
                <a:srgbClr val="1E3A5F"/>
              </a:solidFill>
              <a:latin typeface="+mn-ea"/>
            </a:endParaRPr>
          </a:p>
        </p:txBody>
      </p:sp>
      <p:sp>
        <p:nvSpPr>
          <p:cNvPr id="27670" name="TextBox 90"/>
          <p:cNvSpPr txBox="1"/>
          <p:nvPr/>
        </p:nvSpPr>
        <p:spPr>
          <a:xfrm>
            <a:off x="11261407" y="5475347"/>
            <a:ext cx="54502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400" b="1">
                <a:solidFill>
                  <a:srgbClr val="06B6D4"/>
                </a:solidFill>
                <a:latin typeface="+mn-ea"/>
              </a:rPr>
              <a:t>2.18.1</a:t>
            </a:r>
            <a:endParaRPr sz="1400" b="1">
              <a:solidFill>
                <a:srgbClr val="06B6D4"/>
              </a:solidFill>
              <a:latin typeface="+mn-ea"/>
            </a:endParaRPr>
          </a:p>
        </p:txBody>
      </p:sp>
      <p:sp>
        <p:nvSpPr>
          <p:cNvPr id="27671" name="Rectangle 91"/>
          <p:cNvSpPr/>
          <p:nvPr/>
        </p:nvSpPr>
        <p:spPr>
          <a:xfrm>
            <a:off x="239268" y="6041184"/>
            <a:ext cx="11274552" cy="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1.4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订单能耗分摊规则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  <a:cs typeface="+mj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" y="663575"/>
            <a:ext cx="11875135" cy="5807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1.4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订单能耗分摊规则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  <a:cs typeface="+mj-cs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" y="2315210"/>
            <a:ext cx="12001500" cy="3194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0035" y="1008380"/>
            <a:ext cx="1162050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根据型号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-ERP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产品种类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-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电装产线映射关系，由订单能耗归集获得型号、产品、产线能耗。</a:t>
            </a:r>
            <a:endParaRPr lang="zh-CN" altLang="en-US" sz="20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1.5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关键工序能耗分摊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规则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  <a:cs typeface="+mj-cs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0035" y="1008380"/>
            <a:ext cx="1162050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kern="100" dirty="0">
                <a:effectLst/>
                <a:latin typeface="+mn-ea"/>
                <a:cs typeface="Times New Roman" panose="02020603050405020304" pitchFamily="18" charset="0"/>
              </a:rPr>
              <a:t>电装定义变压器、线缆几家项目公司共性关键工序，细分至产线大类。再由订单归集对应工序能耗</a:t>
            </a: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z="20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" y="1903730"/>
            <a:ext cx="11983085" cy="3738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1.6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+mj-cs"/>
                <a:sym typeface="+mn-ea"/>
              </a:rPr>
              <a:t>服务器资源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  <a:cs typeface="+mj-cs"/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35" y="747395"/>
          <a:ext cx="12118975" cy="6110605"/>
        </p:xfrm>
        <a:graphic>
          <a:graphicData uri="http://schemas.openxmlformats.org/drawingml/2006/table">
            <a:tbl>
              <a:tblPr/>
              <a:tblGrid>
                <a:gridCol w="1851025"/>
                <a:gridCol w="799465"/>
                <a:gridCol w="802005"/>
                <a:gridCol w="1675130"/>
                <a:gridCol w="1675130"/>
                <a:gridCol w="5316220"/>
              </a:tblGrid>
              <a:tr h="325120">
                <a:tc gridSpan="6"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应用服务器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6390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部署服务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硬盘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用途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rowSpan="2"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集控中心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申请股份武清数据中心资源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运行集控中心、集采中心、智能体服务等共计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余个微服务（基础配置、认证管理中心、权限管理、网关服务、数据接收，清洗与存储、报表服务、能耗能效分析、能碳管理、智能问答等）。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25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325120"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集采中心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626745"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智能体服务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42620">
                <a:tc>
                  <a:txBody>
                    <a:bodyPr/>
                    <a:p>
                      <a:pPr algn="ctr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产品碳足迹在线核算及报告系统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申请股份武清数据中心资源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运行登录认证、基础配置、网关服务、文件服务、各园区数据接收、碳数据计算、各类查询等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个服务</a:t>
                      </a:r>
                      <a:r>
                        <a:rPr 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25755">
                <a:tc gridSpan="6"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存储服务器及数据库资源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软件名称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硬盘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说明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用途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960120"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mysql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8.0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）（集控中心、集采中心）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申请股份武清数据中心资源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用于存储时序数据、业务数据、能耗数据、碳排数据、产量数据、日志等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642620"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mysql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8.0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）（产品碳足迹系统）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申请股份武清数据中心资源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用于存储业务数据、能耗数据、碳排数据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643255"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ck(22.6)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（产品碳足迹系统）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申请股份武清数据中心资源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用于接收存储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家单位的表计计量数据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642620"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redis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数据库（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7.0.5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核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复用电装资源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用于实时缓存、会话管理、热点数据加速，承载高频热点数据的高速读写，降低数据库访问压力。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075" y="354013"/>
            <a:ext cx="7481888" cy="3743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7" name="矩形 6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9525">
            <a:noFill/>
          </a:ln>
        </p:spPr>
        <p:txBody>
          <a:bodyPr lIns="91436" tIns="45718" rIns="91436" bIns="45718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11268" name="文本框 8"/>
          <p:cNvSpPr txBox="1"/>
          <p:nvPr/>
        </p:nvSpPr>
        <p:spPr>
          <a:xfrm>
            <a:off x="155575" y="1571625"/>
            <a:ext cx="1495425" cy="5386388"/>
          </a:xfrm>
          <a:prstGeom prst="rect">
            <a:avLst/>
          </a:prstGeom>
          <a:noFill/>
          <a:ln w="9525">
            <a:noFill/>
          </a:ln>
        </p:spPr>
        <p:txBody>
          <a:bodyPr lIns="91436" tIns="45718" rIns="91436" bIns="45718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4400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4400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269" name="组合 13"/>
          <p:cNvGrpSpPr>
            <a:grpSpLocks noChangeAspect="1"/>
          </p:cNvGrpSpPr>
          <p:nvPr/>
        </p:nvGrpSpPr>
        <p:grpSpPr>
          <a:xfrm>
            <a:off x="6804025" y="3178175"/>
            <a:ext cx="5578475" cy="3481388"/>
            <a:chOff x="0" y="0"/>
            <a:chExt cx="5324473" cy="3322983"/>
          </a:xfrm>
        </p:grpSpPr>
        <p:pic>
          <p:nvPicPr>
            <p:cNvPr id="11272" name="图片 14"/>
            <p:cNvPicPr>
              <a:picLocks noChangeAspect="1"/>
            </p:cNvPicPr>
            <p:nvPr/>
          </p:nvPicPr>
          <p:blipFill>
            <a:blip r:embed="rId2"/>
            <a:srcRect b="52040"/>
            <a:stretch>
              <a:fillRect/>
            </a:stretch>
          </p:blipFill>
          <p:spPr>
            <a:xfrm>
              <a:off x="6344" y="0"/>
              <a:ext cx="5318129" cy="164241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273" name="图片 15"/>
            <p:cNvPicPr>
              <a:picLocks noChangeAspect="1"/>
            </p:cNvPicPr>
            <p:nvPr/>
          </p:nvPicPr>
          <p:blipFill>
            <a:blip r:embed="rId2"/>
            <a:srcRect t="50633" r="2628"/>
            <a:stretch>
              <a:fillRect/>
            </a:stretch>
          </p:blipFill>
          <p:spPr>
            <a:xfrm>
              <a:off x="0" y="1632435"/>
              <a:ext cx="5178427" cy="169054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270" name="文本框 17"/>
          <p:cNvSpPr/>
          <p:nvPr/>
        </p:nvSpPr>
        <p:spPr>
          <a:xfrm>
            <a:off x="320423" y="4898883"/>
            <a:ext cx="2287587" cy="881206"/>
          </a:xfrm>
          <a:custGeom>
            <a:avLst/>
            <a:gdLst>
              <a:gd name="txL" fmla="*/ 0 w 2156102"/>
              <a:gd name="txT" fmla="*/ 0 h 880167"/>
              <a:gd name="txR" fmla="*/ 2156102 w 2156102"/>
              <a:gd name="txB" fmla="*/ 880167 h 880167"/>
            </a:gdLst>
            <a:ahLst/>
            <a:cxnLst>
              <a:cxn ang="0">
                <a:pos x="351331" y="0"/>
              </a:cxn>
              <a:cxn ang="0">
                <a:pos x="1114616" y="0"/>
              </a:cxn>
              <a:cxn ang="0">
                <a:pos x="790056" y="298832"/>
              </a:cxn>
              <a:cxn ang="0">
                <a:pos x="790056" y="311890"/>
              </a:cxn>
              <a:cxn ang="0">
                <a:pos x="2150840" y="311890"/>
              </a:cxn>
              <a:cxn ang="0">
                <a:pos x="2150840" y="897349"/>
              </a:cxn>
              <a:cxn ang="0">
                <a:pos x="0" y="897349"/>
              </a:cxn>
              <a:cxn ang="0">
                <a:pos x="0" y="344536"/>
              </a:cxn>
              <a:cxn ang="0">
                <a:pos x="351331" y="0"/>
              </a:cxn>
            </a:cxnLst>
            <a:rect l="txL" t="txT" r="txR" b="txB"/>
            <a:pathLst>
              <a:path w="2156102" h="880167">
                <a:moveTo>
                  <a:pt x="352186" y="0"/>
                </a:moveTo>
                <a:lnTo>
                  <a:pt x="1117336" y="0"/>
                </a:lnTo>
                <a:lnTo>
                  <a:pt x="791994" y="293110"/>
                </a:lnTo>
                <a:lnTo>
                  <a:pt x="791994" y="305918"/>
                </a:lnTo>
                <a:lnTo>
                  <a:pt x="2156102" y="305918"/>
                </a:lnTo>
                <a:lnTo>
                  <a:pt x="2156102" y="880167"/>
                </a:lnTo>
                <a:lnTo>
                  <a:pt x="0" y="880167"/>
                </a:lnTo>
                <a:lnTo>
                  <a:pt x="0" y="337940"/>
                </a:lnTo>
                <a:lnTo>
                  <a:pt x="352186" y="0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12"/>
          <p:cNvSpPr txBox="1"/>
          <p:nvPr/>
        </p:nvSpPr>
        <p:spPr>
          <a:xfrm>
            <a:off x="2827338" y="2331023"/>
            <a:ext cx="82677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管控指标体系设计</a:t>
            </a:r>
            <a:endParaRPr lang="en-US" altLang="zh-CN" sz="3600" b="1" dirty="0">
              <a:solidFill>
                <a:srgbClr val="1C4885"/>
              </a:solidFill>
              <a:latin typeface="Arial" panose="020B0604020202020204" pitchFamily="34" charset="0"/>
              <a:ea typeface="微软雅黑" panose="020B0503020204020204" pitchFamily="34" charset="-122"/>
              <a:sym typeface="庞门正道标题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: 圆角 66"/>
          <p:cNvSpPr/>
          <p:nvPr/>
        </p:nvSpPr>
        <p:spPr>
          <a:xfrm>
            <a:off x="348615" y="686391"/>
            <a:ext cx="11357661" cy="5139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44468" y="202391"/>
            <a:ext cx="10356697" cy="423545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2.1 </a:t>
            </a:r>
            <a:r>
              <a:rPr lang="zh-CN" altLang="en-US" dirty="0">
                <a:latin typeface="+mn-ea"/>
                <a:ea typeface="+mn-ea"/>
              </a:rPr>
              <a:t>能碳管控指标体系设计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708152" y="718153"/>
            <a:ext cx="10789920" cy="3689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b="1" i="0" dirty="0">
                <a:latin typeface="+mj-ea"/>
                <a:ea typeface="+mj-ea"/>
              </a:rPr>
              <a:t>与经营单位开展了</a:t>
            </a:r>
            <a:r>
              <a:rPr lang="en-US" altLang="zh-CN" sz="1600" b="1" i="0" dirty="0">
                <a:latin typeface="+mj-ea"/>
                <a:ea typeface="+mj-ea"/>
              </a:rPr>
              <a:t>3</a:t>
            </a:r>
            <a:r>
              <a:rPr lang="zh-CN" altLang="en-US" sz="1600" b="1" i="0" dirty="0">
                <a:latin typeface="+mj-ea"/>
                <a:ea typeface="+mj-ea"/>
              </a:rPr>
              <a:t>轮沟通，形成了</a:t>
            </a:r>
            <a:r>
              <a:rPr lang="zh-CN" altLang="en-US" sz="1600" b="0" i="0" dirty="0">
                <a:latin typeface="+mj-ea"/>
                <a:ea typeface="+mj-ea"/>
              </a:rPr>
              <a:t>覆盖组织、产品、工序三级的能碳管控指标体系。</a:t>
            </a:r>
            <a:endParaRPr lang="zh-CN" altLang="en-US" sz="1600" b="0" i="0" dirty="0">
              <a:latin typeface="+mj-ea"/>
              <a:ea typeface="+mj-ea"/>
            </a:endParaRPr>
          </a:p>
        </p:txBody>
      </p:sp>
      <p:sp>
        <p:nvSpPr>
          <p:cNvPr id="8" name="Rounded Rectangle 14"/>
          <p:cNvSpPr/>
          <p:nvPr/>
        </p:nvSpPr>
        <p:spPr>
          <a:xfrm>
            <a:off x="431800" y="3017520"/>
            <a:ext cx="5486400" cy="356616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TextBox 15"/>
          <p:cNvSpPr txBox="1"/>
          <p:nvPr/>
        </p:nvSpPr>
        <p:spPr>
          <a:xfrm>
            <a:off x="660400" y="3136392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600" b="1" i="0" dirty="0">
                <a:latin typeface="+mn-ea"/>
              </a:rPr>
              <a:t>维度一 </a:t>
            </a:r>
            <a:r>
              <a:rPr lang="en-US" altLang="zh-CN" sz="1600" b="1" i="0" dirty="0">
                <a:latin typeface="+mn-ea"/>
              </a:rPr>
              <a:t>· </a:t>
            </a:r>
            <a:r>
              <a:rPr lang="zh-CN" altLang="en-US" sz="1600" b="1" i="0" dirty="0">
                <a:latin typeface="+mn-ea"/>
              </a:rPr>
              <a:t>按双中心平台归属</a:t>
            </a:r>
            <a:endParaRPr lang="zh-CN" altLang="en-US" sz="1600" b="1" i="0" dirty="0">
              <a:latin typeface="+mn-ea"/>
            </a:endParaRPr>
          </a:p>
        </p:txBody>
      </p:sp>
      <p:sp>
        <p:nvSpPr>
          <p:cNvPr id="22" name="Rounded Rectangle 16"/>
          <p:cNvSpPr/>
          <p:nvPr/>
        </p:nvSpPr>
        <p:spPr>
          <a:xfrm>
            <a:off x="660400" y="3621024"/>
            <a:ext cx="5029200" cy="1298448"/>
          </a:xfrm>
          <a:prstGeom prst="roundRect">
            <a:avLst/>
          </a:prstGeom>
          <a:solidFill>
            <a:srgbClr val="8AB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TextBox 17"/>
          <p:cNvSpPr txBox="1"/>
          <p:nvPr/>
        </p:nvSpPr>
        <p:spPr>
          <a:xfrm>
            <a:off x="843280" y="3712464"/>
            <a:ext cx="4663440" cy="888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dirty="0">
                <a:latin typeface="+mn-ea"/>
              </a:rPr>
              <a:t>零碳园区集控中心</a:t>
            </a:r>
            <a:endParaRPr lang="zh-CN" altLang="en-US" sz="1600" b="1" i="0" dirty="0">
              <a:latin typeface="+mn-ea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zh-CN" altLang="en-US" sz="1600" b="0" i="0" dirty="0">
                <a:latin typeface="+mn-ea"/>
              </a:rPr>
              <a:t>能碳统一管控 </a:t>
            </a:r>
            <a:r>
              <a:rPr lang="en-US" altLang="zh-CN" sz="1600" b="0" i="0" dirty="0">
                <a:latin typeface="+mn-ea"/>
              </a:rPr>
              <a:t>· 52 </a:t>
            </a:r>
            <a:r>
              <a:rPr lang="zh-CN" altLang="en-US" sz="1600" b="0" i="0" dirty="0">
                <a:latin typeface="+mn-ea"/>
              </a:rPr>
              <a:t>项</a:t>
            </a:r>
            <a:endParaRPr lang="zh-CN" altLang="en-US" sz="1600" b="0" i="0" dirty="0">
              <a:latin typeface="+mn-ea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zh-CN" altLang="en-US" sz="1600" b="0" i="0" dirty="0">
                <a:latin typeface="+mn-ea"/>
              </a:rPr>
              <a:t>能</a:t>
            </a:r>
            <a:r>
              <a:rPr lang="en-US" altLang="zh-CN" sz="1600" b="0" i="0" dirty="0">
                <a:latin typeface="+mn-ea"/>
              </a:rPr>
              <a:t>/</a:t>
            </a:r>
            <a:r>
              <a:rPr lang="zh-CN" altLang="en-US" sz="1600" b="0" i="0" dirty="0">
                <a:latin typeface="+mn-ea"/>
              </a:rPr>
              <a:t>碳总量、强度、高能耗工序指标</a:t>
            </a:r>
            <a:endParaRPr lang="zh-CN" altLang="en-US" sz="1600" b="0" i="0" dirty="0">
              <a:latin typeface="+mn-ea"/>
            </a:endParaRPr>
          </a:p>
        </p:txBody>
      </p:sp>
      <p:sp>
        <p:nvSpPr>
          <p:cNvPr id="24" name="Rounded Rectangle 18"/>
          <p:cNvSpPr/>
          <p:nvPr/>
        </p:nvSpPr>
        <p:spPr>
          <a:xfrm>
            <a:off x="660400" y="5029200"/>
            <a:ext cx="5029200" cy="12984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TextBox 19"/>
          <p:cNvSpPr txBox="1"/>
          <p:nvPr/>
        </p:nvSpPr>
        <p:spPr>
          <a:xfrm>
            <a:off x="843280" y="5120640"/>
            <a:ext cx="4663440" cy="87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i="0" dirty="0">
                <a:latin typeface="+mn-ea"/>
              </a:rPr>
              <a:t>产品碳足迹集采中心</a:t>
            </a:r>
            <a:endParaRPr lang="zh-CN" altLang="en-US" sz="1600" b="1" i="0" dirty="0">
              <a:latin typeface="+mn-ea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zh-CN" altLang="en-US" sz="1600" b="0" i="0" dirty="0">
                <a:latin typeface="+mn-ea"/>
              </a:rPr>
              <a:t>碳足迹统一管控 </a:t>
            </a:r>
            <a:r>
              <a:rPr lang="en-US" altLang="zh-CN" sz="1600" b="0" i="0" dirty="0">
                <a:latin typeface="+mn-ea"/>
              </a:rPr>
              <a:t>· 2 </a:t>
            </a:r>
            <a:r>
              <a:rPr lang="zh-CN" altLang="en-US" sz="1600" b="0" i="0" dirty="0">
                <a:latin typeface="+mn-ea"/>
              </a:rPr>
              <a:t>项（集采）</a:t>
            </a:r>
            <a:endParaRPr lang="zh-CN" altLang="en-US" sz="1600" b="0" i="0" dirty="0">
              <a:latin typeface="+mn-ea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zh-CN" altLang="en-US" sz="1600" b="0" i="0" dirty="0">
                <a:latin typeface="+mn-ea"/>
              </a:rPr>
              <a:t>产品碳足迹、碳足迹分析占比</a:t>
            </a:r>
            <a:endParaRPr lang="zh-CN" altLang="en-US" sz="1600" b="0" i="0" dirty="0">
              <a:latin typeface="+mn-ea"/>
            </a:endParaRPr>
          </a:p>
        </p:txBody>
      </p:sp>
      <p:sp>
        <p:nvSpPr>
          <p:cNvPr id="39" name="Rounded Rectangle 20"/>
          <p:cNvSpPr/>
          <p:nvPr/>
        </p:nvSpPr>
        <p:spPr>
          <a:xfrm>
            <a:off x="6219952" y="3017520"/>
            <a:ext cx="5486400" cy="356616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21"/>
          <p:cNvSpPr txBox="1"/>
          <p:nvPr/>
        </p:nvSpPr>
        <p:spPr>
          <a:xfrm>
            <a:off x="6448552" y="3136392"/>
            <a:ext cx="50292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600" b="1" i="0" dirty="0">
                <a:latin typeface="+mn-ea"/>
              </a:rPr>
              <a:t>维度二 </a:t>
            </a:r>
            <a:r>
              <a:rPr lang="en-US" altLang="zh-CN" sz="1600" b="1" i="0" dirty="0">
                <a:latin typeface="+mn-ea"/>
              </a:rPr>
              <a:t>· </a:t>
            </a:r>
            <a:r>
              <a:rPr lang="zh-CN" altLang="en-US" sz="1600" b="1" i="0" dirty="0">
                <a:latin typeface="+mn-ea"/>
              </a:rPr>
              <a:t>按管理层级（</a:t>
            </a:r>
            <a:r>
              <a:rPr lang="en-US" altLang="zh-CN" sz="1600" b="1" i="0" dirty="0">
                <a:latin typeface="+mn-ea"/>
              </a:rPr>
              <a:t>3</a:t>
            </a:r>
            <a:r>
              <a:rPr lang="zh-CN" altLang="en-US" sz="1600" b="1" i="0" dirty="0">
                <a:latin typeface="+mn-ea"/>
              </a:rPr>
              <a:t>级管控）</a:t>
            </a:r>
            <a:endParaRPr lang="zh-CN" altLang="en-US" sz="1600" b="1" i="0" dirty="0">
              <a:latin typeface="+mn-ea"/>
            </a:endParaRPr>
          </a:p>
        </p:txBody>
      </p:sp>
      <p:sp>
        <p:nvSpPr>
          <p:cNvPr id="45" name="Rounded Rectangle 22"/>
          <p:cNvSpPr/>
          <p:nvPr/>
        </p:nvSpPr>
        <p:spPr>
          <a:xfrm>
            <a:off x="6448552" y="3639312"/>
            <a:ext cx="1874519" cy="475488"/>
          </a:xfrm>
          <a:prstGeom prst="roundRect">
            <a:avLst/>
          </a:prstGeom>
          <a:solidFill>
            <a:srgbClr val="3B82F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23"/>
          <p:cNvSpPr txBox="1"/>
          <p:nvPr/>
        </p:nvSpPr>
        <p:spPr>
          <a:xfrm>
            <a:off x="6448552" y="3753945"/>
            <a:ext cx="187451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altLang="en-US" sz="1600" b="1" i="0" dirty="0">
                <a:solidFill>
                  <a:schemeClr val="bg1"/>
                </a:solidFill>
                <a:latin typeface="+mn-ea"/>
              </a:rPr>
              <a:t>工厂</a:t>
            </a:r>
            <a:r>
              <a:rPr lang="en-US" altLang="zh-CN" sz="1600" b="1" i="0" dirty="0">
                <a:solidFill>
                  <a:schemeClr val="bg1"/>
                </a:solidFill>
                <a:latin typeface="+mn-ea"/>
              </a:rPr>
              <a:t>/</a:t>
            </a:r>
            <a:r>
              <a:rPr lang="zh-CN" altLang="en-US" sz="1600" b="1" i="0" dirty="0">
                <a:solidFill>
                  <a:schemeClr val="bg1"/>
                </a:solidFill>
                <a:latin typeface="+mn-ea"/>
              </a:rPr>
              <a:t>组织整体层</a:t>
            </a:r>
            <a:endParaRPr lang="zh-CN" altLang="en-US" sz="1600" b="1" i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8" name="TextBox 24"/>
          <p:cNvSpPr txBox="1"/>
          <p:nvPr/>
        </p:nvSpPr>
        <p:spPr>
          <a:xfrm>
            <a:off x="8387080" y="3480816"/>
            <a:ext cx="35204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600" b="1" i="0" dirty="0">
                <a:latin typeface="+mn-ea"/>
              </a:rPr>
              <a:t>11 </a:t>
            </a:r>
            <a:r>
              <a:rPr lang="zh-CN" altLang="en-US" sz="1600" b="1" i="0" dirty="0">
                <a:latin typeface="+mn-ea"/>
              </a:rPr>
              <a:t>项</a:t>
            </a:r>
            <a:endParaRPr lang="zh-CN" altLang="en-US" sz="1600" b="1" i="0" dirty="0">
              <a:latin typeface="+mn-ea"/>
            </a:endParaRPr>
          </a:p>
        </p:txBody>
      </p:sp>
      <p:sp>
        <p:nvSpPr>
          <p:cNvPr id="50" name="TextBox 25"/>
          <p:cNvSpPr txBox="1"/>
          <p:nvPr/>
        </p:nvSpPr>
        <p:spPr>
          <a:xfrm>
            <a:off x="8387080" y="3745992"/>
            <a:ext cx="35204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0" i="0" dirty="0">
                <a:latin typeface="+mn-ea"/>
              </a:rPr>
              <a:t>对标国家零碳工厂</a:t>
            </a:r>
            <a:r>
              <a:rPr lang="en-US" altLang="zh-CN" sz="1600" b="0" i="0" dirty="0">
                <a:latin typeface="+mn-ea"/>
              </a:rPr>
              <a:t>/</a:t>
            </a:r>
            <a:r>
              <a:rPr lang="zh-CN" altLang="en-US" sz="1600" b="0" i="0" dirty="0">
                <a:latin typeface="+mn-ea"/>
              </a:rPr>
              <a:t>绿色工厂：总量、强度、结构指标</a:t>
            </a:r>
            <a:endParaRPr lang="zh-CN" altLang="en-US" sz="1600" b="0" i="0" dirty="0">
              <a:latin typeface="+mn-ea"/>
            </a:endParaRPr>
          </a:p>
        </p:txBody>
      </p:sp>
      <p:sp>
        <p:nvSpPr>
          <p:cNvPr id="53" name="Rounded Rectangle 26"/>
          <p:cNvSpPr/>
          <p:nvPr/>
        </p:nvSpPr>
        <p:spPr>
          <a:xfrm>
            <a:off x="6448552" y="4828159"/>
            <a:ext cx="1874519" cy="475488"/>
          </a:xfrm>
          <a:prstGeom prst="roundRect">
            <a:avLst/>
          </a:prstGeom>
          <a:solidFill>
            <a:srgbClr val="3B82F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TextBox 27"/>
          <p:cNvSpPr txBox="1"/>
          <p:nvPr/>
        </p:nvSpPr>
        <p:spPr>
          <a:xfrm>
            <a:off x="6448552" y="4947237"/>
            <a:ext cx="187451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zh-CN"/>
            </a:defPPr>
            <a:lvl1pPr algn="ctr">
              <a:defRPr sz="1600" b="1" i="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dirty="0"/>
              <a:t>产品层</a:t>
            </a:r>
            <a:endParaRPr lang="zh-CN" altLang="en-US" dirty="0"/>
          </a:p>
        </p:txBody>
      </p:sp>
      <p:sp>
        <p:nvSpPr>
          <p:cNvPr id="57" name="TextBox 28"/>
          <p:cNvSpPr txBox="1"/>
          <p:nvPr/>
        </p:nvSpPr>
        <p:spPr>
          <a:xfrm>
            <a:off x="8387080" y="4536313"/>
            <a:ext cx="35204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600" b="1" i="0" dirty="0">
                <a:latin typeface="+mn-ea"/>
              </a:rPr>
              <a:t>5 </a:t>
            </a:r>
            <a:r>
              <a:rPr lang="zh-CN" altLang="en-US" sz="1600" b="1" i="0" dirty="0">
                <a:latin typeface="+mn-ea"/>
              </a:rPr>
              <a:t>项</a:t>
            </a:r>
            <a:endParaRPr lang="zh-CN" altLang="en-US" sz="1600" b="1" i="0" dirty="0">
              <a:latin typeface="+mn-ea"/>
            </a:endParaRPr>
          </a:p>
        </p:txBody>
      </p:sp>
      <p:sp>
        <p:nvSpPr>
          <p:cNvPr id="58" name="TextBox 29"/>
          <p:cNvSpPr txBox="1"/>
          <p:nvPr/>
        </p:nvSpPr>
        <p:spPr>
          <a:xfrm>
            <a:off x="8387080" y="4828159"/>
            <a:ext cx="352044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0" i="0" dirty="0">
                <a:latin typeface="+mn-ea"/>
              </a:rPr>
              <a:t>产品</a:t>
            </a:r>
            <a:r>
              <a:rPr lang="zh-CN" sz="1600" b="0" i="0" dirty="0">
                <a:latin typeface="+mn-ea"/>
              </a:rPr>
              <a:t>单耗指标，型号</a:t>
            </a:r>
            <a:r>
              <a:rPr lang="en-US" altLang="zh-CN" sz="1600" b="0" i="0" dirty="0">
                <a:latin typeface="+mn-ea"/>
              </a:rPr>
              <a:t>-</a:t>
            </a:r>
            <a:r>
              <a:rPr lang="zh-CN" altLang="en-US" sz="1600" b="0" i="0" dirty="0">
                <a:latin typeface="+mn-ea"/>
              </a:rPr>
              <a:t>产品中类</a:t>
            </a:r>
            <a:r>
              <a:rPr lang="en-US" altLang="zh-CN" sz="1600" b="0" i="0" dirty="0">
                <a:latin typeface="+mn-ea"/>
              </a:rPr>
              <a:t>-</a:t>
            </a:r>
            <a:r>
              <a:rPr lang="zh-CN" altLang="en-US" sz="1600" b="0" i="0" dirty="0">
                <a:latin typeface="+mn-ea"/>
              </a:rPr>
              <a:t>产线大类</a:t>
            </a:r>
            <a:endParaRPr lang="zh-CN" altLang="en-US" sz="1600" b="0" i="0" dirty="0">
              <a:latin typeface="+mn-ea"/>
            </a:endParaRPr>
          </a:p>
        </p:txBody>
      </p:sp>
      <p:sp>
        <p:nvSpPr>
          <p:cNvPr id="63" name="Rounded Rectangle 34"/>
          <p:cNvSpPr/>
          <p:nvPr/>
        </p:nvSpPr>
        <p:spPr>
          <a:xfrm>
            <a:off x="6448552" y="5779008"/>
            <a:ext cx="1874519" cy="475488"/>
          </a:xfrm>
          <a:prstGeom prst="roundRect">
            <a:avLst/>
          </a:prstGeom>
          <a:solidFill>
            <a:srgbClr val="3B82F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TextBox 35"/>
          <p:cNvSpPr txBox="1"/>
          <p:nvPr/>
        </p:nvSpPr>
        <p:spPr>
          <a:xfrm>
            <a:off x="6448552" y="5893641"/>
            <a:ext cx="187451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zh-CN"/>
            </a:defPPr>
            <a:lvl1pPr algn="ctr">
              <a:defRPr sz="1600" b="1" i="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dirty="0"/>
              <a:t>关键工序层</a:t>
            </a:r>
            <a:endParaRPr lang="zh-CN" altLang="en-US" dirty="0"/>
          </a:p>
        </p:txBody>
      </p:sp>
      <p:sp>
        <p:nvSpPr>
          <p:cNvPr id="65" name="TextBox 36"/>
          <p:cNvSpPr txBox="1"/>
          <p:nvPr/>
        </p:nvSpPr>
        <p:spPr>
          <a:xfrm>
            <a:off x="8387080" y="5742432"/>
            <a:ext cx="35204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600" b="1" i="0" dirty="0">
                <a:latin typeface="+mn-ea"/>
              </a:rPr>
              <a:t>38 </a:t>
            </a:r>
            <a:r>
              <a:rPr lang="zh-CN" altLang="en-US" sz="1600" b="1" i="0" dirty="0">
                <a:latin typeface="+mn-ea"/>
              </a:rPr>
              <a:t>项</a:t>
            </a:r>
            <a:endParaRPr lang="zh-CN" altLang="en-US" sz="1600" b="1" i="0" dirty="0">
              <a:latin typeface="+mn-ea"/>
            </a:endParaRPr>
          </a:p>
        </p:txBody>
      </p:sp>
      <p:sp>
        <p:nvSpPr>
          <p:cNvPr id="66" name="TextBox 37"/>
          <p:cNvSpPr txBox="1"/>
          <p:nvPr/>
        </p:nvSpPr>
        <p:spPr>
          <a:xfrm>
            <a:off x="8387080" y="6007608"/>
            <a:ext cx="3520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600" b="0" i="0" dirty="0">
                <a:latin typeface="+mn-ea"/>
              </a:rPr>
              <a:t>11 </a:t>
            </a:r>
            <a:r>
              <a:rPr lang="zh-CN" altLang="en-US" sz="1600" b="0" i="0" dirty="0">
                <a:latin typeface="+mn-ea"/>
              </a:rPr>
              <a:t>类</a:t>
            </a:r>
            <a:r>
              <a:rPr lang="zh-CN" altLang="en-US" sz="1600" dirty="0">
                <a:latin typeface="+mn-ea"/>
              </a:rPr>
              <a:t>产品</a:t>
            </a:r>
            <a:r>
              <a:rPr lang="zh-CN" altLang="en-US" sz="1600" b="0" i="0" dirty="0">
                <a:latin typeface="+mn-ea"/>
              </a:rPr>
              <a:t>高能耗工序能耗</a:t>
            </a:r>
            <a:r>
              <a:rPr lang="en-US" altLang="zh-CN" sz="1600" b="0" i="0" dirty="0">
                <a:latin typeface="+mn-ea"/>
              </a:rPr>
              <a:t>/</a:t>
            </a:r>
            <a:r>
              <a:rPr lang="zh-CN" altLang="en-US" sz="1600" b="0" i="0" dirty="0">
                <a:latin typeface="+mn-ea"/>
              </a:rPr>
              <a:t>电耗指标</a:t>
            </a:r>
            <a:endParaRPr lang="zh-CN" altLang="en-US" sz="1600" b="0" i="0" dirty="0">
              <a:latin typeface="+mn-ea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348691" y="1267384"/>
            <a:ext cx="11357661" cy="15391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zh-CN" altLang="en-US" dirty="0"/>
          </a:p>
        </p:txBody>
      </p:sp>
      <p:sp>
        <p:nvSpPr>
          <p:cNvPr id="69" name="TextBox 13"/>
          <p:cNvSpPr txBox="1"/>
          <p:nvPr/>
        </p:nvSpPr>
        <p:spPr>
          <a:xfrm>
            <a:off x="708152" y="1194156"/>
            <a:ext cx="10234168" cy="14770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i="0" dirty="0">
                <a:latin typeface="+mj-ea"/>
                <a:ea typeface="+mj-ea"/>
              </a:rPr>
              <a:t>指标设计依据：</a:t>
            </a:r>
            <a:endParaRPr lang="en-US" altLang="zh-CN" sz="1600" b="0" i="0" dirty="0">
              <a:latin typeface="+mj-ea"/>
              <a:ea typeface="+mj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+mj-ea"/>
                <a:ea typeface="+mj-ea"/>
              </a:rPr>
              <a:t>《</a:t>
            </a:r>
            <a:r>
              <a:rPr lang="zh-CN" altLang="en-US" sz="1600" dirty="0">
                <a:latin typeface="+mj-ea"/>
                <a:ea typeface="+mj-ea"/>
              </a:rPr>
              <a:t>国家零碳工厂建设评估体系说明（试行）</a:t>
            </a:r>
            <a:r>
              <a:rPr lang="en-US" altLang="zh-CN" sz="1600" dirty="0">
                <a:latin typeface="+mj-ea"/>
                <a:ea typeface="+mj-ea"/>
              </a:rPr>
              <a:t>》</a:t>
            </a:r>
            <a:endParaRPr lang="en-US" altLang="zh-CN" sz="1600" dirty="0">
              <a:latin typeface="+mj-ea"/>
              <a:ea typeface="+mj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0" i="0" dirty="0">
                <a:latin typeface="+mj-ea"/>
                <a:ea typeface="+mj-ea"/>
              </a:rPr>
              <a:t>绿色工厂申报指标</a:t>
            </a:r>
            <a:endParaRPr lang="en-US" altLang="zh-CN" sz="1600" b="0" i="0" dirty="0">
              <a:latin typeface="+mj-ea"/>
              <a:ea typeface="+mj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+mj-ea"/>
                <a:ea typeface="+mj-ea"/>
              </a:rPr>
              <a:t>股份公司、电装集团管理要求</a:t>
            </a:r>
            <a:endParaRPr lang="zh-CN" altLang="en-US" sz="1600" b="0" i="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44468" y="202391"/>
            <a:ext cx="10356697" cy="423545"/>
          </a:xfrm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2.2 </a:t>
            </a:r>
            <a:r>
              <a:rPr lang="zh-CN" altLang="en-US" dirty="0">
                <a:latin typeface="+mn-ea"/>
                <a:ea typeface="+mn-ea"/>
              </a:rPr>
              <a:t>三级指标</a:t>
            </a:r>
            <a:r>
              <a:rPr lang="zh-CN" altLang="en-US" dirty="0">
                <a:latin typeface="+mn-ea"/>
                <a:ea typeface="+mn-ea"/>
              </a:rPr>
              <a:t>细则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" name="任意形状 10"/>
          <p:cNvSpPr/>
          <p:nvPr>
            <p:custDataLst>
              <p:tags r:id="rId1"/>
            </p:custDataLst>
          </p:nvPr>
        </p:nvSpPr>
        <p:spPr>
          <a:xfrm>
            <a:off x="324485" y="1880235"/>
            <a:ext cx="3503930" cy="4532630"/>
          </a:xfrm>
          <a:custGeom>
            <a:avLst/>
            <a:gdLst>
              <a:gd name="connsiteX0" fmla="*/ 0 w 3503929"/>
              <a:gd name="connsiteY0" fmla="*/ 0 h 2702560"/>
              <a:gd name="connsiteX1" fmla="*/ 3503930 w 3503929"/>
              <a:gd name="connsiteY1" fmla="*/ 0 h 2702560"/>
              <a:gd name="connsiteX2" fmla="*/ 3503930 w 3503929"/>
              <a:gd name="connsiteY2" fmla="*/ 2702560 h 2702560"/>
              <a:gd name="connsiteX3" fmla="*/ 0 w 3503929"/>
              <a:gd name="connsiteY3" fmla="*/ 2702560 h 270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3929" h="2702560">
                <a:moveTo>
                  <a:pt x="0" y="0"/>
                </a:moveTo>
                <a:lnTo>
                  <a:pt x="3503930" y="0"/>
                </a:lnTo>
                <a:lnTo>
                  <a:pt x="3503930" y="2702560"/>
                </a:lnTo>
                <a:lnTo>
                  <a:pt x="0" y="2702560"/>
                </a:lnTo>
                <a:close/>
              </a:path>
            </a:pathLst>
          </a:custGeom>
          <a:solidFill>
            <a:srgbClr val="EFEFEF"/>
          </a:solidFill>
          <a:ln w="1307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任意形状 12"/>
          <p:cNvSpPr/>
          <p:nvPr>
            <p:custDataLst>
              <p:tags r:id="rId2"/>
            </p:custDataLst>
          </p:nvPr>
        </p:nvSpPr>
        <p:spPr>
          <a:xfrm>
            <a:off x="8104505" y="1859915"/>
            <a:ext cx="3503930" cy="4553585"/>
          </a:xfrm>
          <a:custGeom>
            <a:avLst/>
            <a:gdLst>
              <a:gd name="connsiteX0" fmla="*/ 0 w 3503929"/>
              <a:gd name="connsiteY0" fmla="*/ 0 h 2702560"/>
              <a:gd name="connsiteX1" fmla="*/ 3503930 w 3503929"/>
              <a:gd name="connsiteY1" fmla="*/ 0 h 2702560"/>
              <a:gd name="connsiteX2" fmla="*/ 3503930 w 3503929"/>
              <a:gd name="connsiteY2" fmla="*/ 2702560 h 2702560"/>
              <a:gd name="connsiteX3" fmla="*/ 0 w 3503929"/>
              <a:gd name="connsiteY3" fmla="*/ 2702560 h 270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3929" h="2702560">
                <a:moveTo>
                  <a:pt x="0" y="0"/>
                </a:moveTo>
                <a:lnTo>
                  <a:pt x="3503930" y="0"/>
                </a:lnTo>
                <a:lnTo>
                  <a:pt x="3503930" y="2702560"/>
                </a:lnTo>
                <a:lnTo>
                  <a:pt x="0" y="2702560"/>
                </a:lnTo>
                <a:close/>
              </a:path>
            </a:pathLst>
          </a:custGeom>
          <a:solidFill>
            <a:srgbClr val="EFEFEF"/>
          </a:solidFill>
          <a:ln w="1307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任意形状 11"/>
          <p:cNvSpPr/>
          <p:nvPr>
            <p:custDataLst>
              <p:tags r:id="rId3"/>
            </p:custDataLst>
          </p:nvPr>
        </p:nvSpPr>
        <p:spPr>
          <a:xfrm>
            <a:off x="4214495" y="1852930"/>
            <a:ext cx="3503930" cy="4560570"/>
          </a:xfrm>
          <a:custGeom>
            <a:avLst/>
            <a:gdLst>
              <a:gd name="connsiteX0" fmla="*/ 0 w 3503929"/>
              <a:gd name="connsiteY0" fmla="*/ 0 h 2702560"/>
              <a:gd name="connsiteX1" fmla="*/ 3503931 w 3503929"/>
              <a:gd name="connsiteY1" fmla="*/ 0 h 2702560"/>
              <a:gd name="connsiteX2" fmla="*/ 3503931 w 3503929"/>
              <a:gd name="connsiteY2" fmla="*/ 2702560 h 2702560"/>
              <a:gd name="connsiteX3" fmla="*/ 1 w 3503929"/>
              <a:gd name="connsiteY3" fmla="*/ 2702560 h 270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3929" h="2702560">
                <a:moveTo>
                  <a:pt x="0" y="0"/>
                </a:moveTo>
                <a:lnTo>
                  <a:pt x="3503931" y="0"/>
                </a:lnTo>
                <a:lnTo>
                  <a:pt x="3503931" y="2702560"/>
                </a:lnTo>
                <a:lnTo>
                  <a:pt x="1" y="2702560"/>
                </a:lnTo>
                <a:close/>
              </a:path>
            </a:pathLst>
          </a:custGeom>
          <a:solidFill>
            <a:srgbClr val="EFEFEF"/>
          </a:solidFill>
          <a:ln w="1307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任意形状 22"/>
          <p:cNvSpPr/>
          <p:nvPr>
            <p:custDataLst>
              <p:tags r:id="rId4"/>
            </p:custDataLst>
          </p:nvPr>
        </p:nvSpPr>
        <p:spPr>
          <a:xfrm>
            <a:off x="324485" y="1106805"/>
            <a:ext cx="3503930" cy="847090"/>
          </a:xfrm>
          <a:custGeom>
            <a:avLst/>
            <a:gdLst>
              <a:gd name="connsiteX0" fmla="*/ 3503930 w 3503929"/>
              <a:gd name="connsiteY0" fmla="*/ 0 h 873759"/>
              <a:gd name="connsiteX1" fmla="*/ 0 w 3503929"/>
              <a:gd name="connsiteY1" fmla="*/ 0 h 873759"/>
              <a:gd name="connsiteX2" fmla="*/ 0 w 3503929"/>
              <a:gd name="connsiteY2" fmla="*/ 755650 h 873759"/>
              <a:gd name="connsiteX3" fmla="*/ 1684020 w 3503929"/>
              <a:gd name="connsiteY3" fmla="*/ 755650 h 873759"/>
              <a:gd name="connsiteX4" fmla="*/ 1752600 w 3503929"/>
              <a:gd name="connsiteY4" fmla="*/ 873760 h 873759"/>
              <a:gd name="connsiteX5" fmla="*/ 1819910 w 3503929"/>
              <a:gd name="connsiteY5" fmla="*/ 755650 h 873759"/>
              <a:gd name="connsiteX6" fmla="*/ 3503930 w 3503929"/>
              <a:gd name="connsiteY6" fmla="*/ 755650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3929" h="873759">
                <a:moveTo>
                  <a:pt x="3503930" y="0"/>
                </a:moveTo>
                <a:lnTo>
                  <a:pt x="0" y="0"/>
                </a:lnTo>
                <a:lnTo>
                  <a:pt x="0" y="755650"/>
                </a:lnTo>
                <a:lnTo>
                  <a:pt x="1684020" y="755650"/>
                </a:lnTo>
                <a:lnTo>
                  <a:pt x="1752600" y="873760"/>
                </a:lnTo>
                <a:lnTo>
                  <a:pt x="1819910" y="755650"/>
                </a:lnTo>
                <a:lnTo>
                  <a:pt x="3503930" y="755650"/>
                </a:lnTo>
                <a:close/>
              </a:path>
            </a:pathLst>
          </a:custGeom>
          <a:solidFill>
            <a:srgbClr val="80AACD"/>
          </a:solidFill>
          <a:ln w="1307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任意形状 23"/>
          <p:cNvSpPr/>
          <p:nvPr>
            <p:custDataLst>
              <p:tags r:id="rId5"/>
            </p:custDataLst>
          </p:nvPr>
        </p:nvSpPr>
        <p:spPr>
          <a:xfrm>
            <a:off x="4214495" y="1106805"/>
            <a:ext cx="3503930" cy="847090"/>
          </a:xfrm>
          <a:custGeom>
            <a:avLst/>
            <a:gdLst>
              <a:gd name="connsiteX0" fmla="*/ 3503930 w 3503929"/>
              <a:gd name="connsiteY0" fmla="*/ 0 h 873759"/>
              <a:gd name="connsiteX1" fmla="*/ 0 w 3503929"/>
              <a:gd name="connsiteY1" fmla="*/ 0 h 873759"/>
              <a:gd name="connsiteX2" fmla="*/ 0 w 3503929"/>
              <a:gd name="connsiteY2" fmla="*/ 755650 h 873759"/>
              <a:gd name="connsiteX3" fmla="*/ 1684020 w 3503929"/>
              <a:gd name="connsiteY3" fmla="*/ 755650 h 873759"/>
              <a:gd name="connsiteX4" fmla="*/ 1751330 w 3503929"/>
              <a:gd name="connsiteY4" fmla="*/ 873760 h 873759"/>
              <a:gd name="connsiteX5" fmla="*/ 1819910 w 3503929"/>
              <a:gd name="connsiteY5" fmla="*/ 755650 h 873759"/>
              <a:gd name="connsiteX6" fmla="*/ 3503930 w 3503929"/>
              <a:gd name="connsiteY6" fmla="*/ 755650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3929" h="873759">
                <a:moveTo>
                  <a:pt x="3503930" y="0"/>
                </a:moveTo>
                <a:lnTo>
                  <a:pt x="0" y="0"/>
                </a:lnTo>
                <a:lnTo>
                  <a:pt x="0" y="755650"/>
                </a:lnTo>
                <a:lnTo>
                  <a:pt x="1684020" y="755650"/>
                </a:lnTo>
                <a:lnTo>
                  <a:pt x="1751330" y="873760"/>
                </a:lnTo>
                <a:lnTo>
                  <a:pt x="1819910" y="755650"/>
                </a:lnTo>
                <a:lnTo>
                  <a:pt x="3503930" y="755650"/>
                </a:lnTo>
                <a:close/>
              </a:path>
            </a:pathLst>
          </a:custGeom>
          <a:solidFill>
            <a:srgbClr val="5385C5"/>
          </a:solidFill>
          <a:ln w="1307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任意形状 24"/>
          <p:cNvSpPr/>
          <p:nvPr>
            <p:custDataLst>
              <p:tags r:id="rId6"/>
            </p:custDataLst>
          </p:nvPr>
        </p:nvSpPr>
        <p:spPr>
          <a:xfrm>
            <a:off x="8104505" y="1106805"/>
            <a:ext cx="3503930" cy="847090"/>
          </a:xfrm>
          <a:custGeom>
            <a:avLst/>
            <a:gdLst>
              <a:gd name="connsiteX0" fmla="*/ 3503930 w 3503930"/>
              <a:gd name="connsiteY0" fmla="*/ 0 h 873759"/>
              <a:gd name="connsiteX1" fmla="*/ 0 w 3503930"/>
              <a:gd name="connsiteY1" fmla="*/ 0 h 873759"/>
              <a:gd name="connsiteX2" fmla="*/ 0 w 3503930"/>
              <a:gd name="connsiteY2" fmla="*/ 755650 h 873759"/>
              <a:gd name="connsiteX3" fmla="*/ 1684020 w 3503930"/>
              <a:gd name="connsiteY3" fmla="*/ 755650 h 873759"/>
              <a:gd name="connsiteX4" fmla="*/ 1751330 w 3503930"/>
              <a:gd name="connsiteY4" fmla="*/ 873760 h 873759"/>
              <a:gd name="connsiteX5" fmla="*/ 1819910 w 3503930"/>
              <a:gd name="connsiteY5" fmla="*/ 755650 h 873759"/>
              <a:gd name="connsiteX6" fmla="*/ 3503930 w 3503930"/>
              <a:gd name="connsiteY6" fmla="*/ 755650 h 87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3930" h="873759">
                <a:moveTo>
                  <a:pt x="3503930" y="0"/>
                </a:moveTo>
                <a:lnTo>
                  <a:pt x="0" y="0"/>
                </a:lnTo>
                <a:lnTo>
                  <a:pt x="0" y="755650"/>
                </a:lnTo>
                <a:lnTo>
                  <a:pt x="1684020" y="755650"/>
                </a:lnTo>
                <a:lnTo>
                  <a:pt x="1751330" y="873760"/>
                </a:lnTo>
                <a:lnTo>
                  <a:pt x="1819910" y="755650"/>
                </a:lnTo>
                <a:lnTo>
                  <a:pt x="3503930" y="755650"/>
                </a:lnTo>
                <a:close/>
              </a:path>
            </a:pathLst>
          </a:custGeom>
          <a:solidFill>
            <a:srgbClr val="003591"/>
          </a:solidFill>
          <a:ln w="1307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459740" y="1988185"/>
            <a:ext cx="3199130" cy="36048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综合能源消费量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总碳排放量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单位能耗碳排放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非化石能源消费占比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非化石能源电力消费物理认定量占比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单位工业增加值能耗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节能装备应用占比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单位产值能耗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水资源消耗量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产品碳足迹（</a:t>
            </a: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集采）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开展产品碳足迹分析占比</a:t>
            </a: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（集采）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77037" y="1280947"/>
            <a:ext cx="2194958" cy="446888"/>
            <a:chOff x="827" y="3332"/>
            <a:chExt cx="3457" cy="704"/>
          </a:xfrm>
        </p:grpSpPr>
        <p:sp>
          <p:nvSpPr>
            <p:cNvPr id="41" name="椭圆 40"/>
            <p:cNvSpPr/>
            <p:nvPr>
              <p:custDataLst>
                <p:tags r:id="rId8"/>
              </p:custDataLst>
            </p:nvPr>
          </p:nvSpPr>
          <p:spPr>
            <a:xfrm>
              <a:off x="827" y="3332"/>
              <a:ext cx="653" cy="653"/>
            </a:xfrm>
            <a:prstGeom prst="ellipse">
              <a:avLst/>
            </a:prstGeom>
            <a:solidFill>
              <a:srgbClr val="FEFFFF"/>
            </a:solidFill>
            <a:ln w="19050" cap="flat" cmpd="sng" algn="ctr">
              <a:solidFill>
                <a:srgbClr val="003591"/>
              </a:solidFill>
              <a:prstDash val="solid"/>
              <a:miter lim="800000"/>
            </a:ln>
            <a:effectLst/>
          </p:spPr>
          <p:style>
            <a:lnRef idx="2">
              <a:srgbClr val="003591">
                <a:shade val="15000"/>
              </a:srgbClr>
            </a:lnRef>
            <a:fillRef idx="1">
              <a:srgbClr val="003591"/>
            </a:fillRef>
            <a:effectRef idx="0">
              <a:srgbClr val="003591"/>
            </a:effectRef>
            <a:fontRef idx="minor">
              <a:srgbClr val="FE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5" name="Google Shape;8683;p76"/>
            <p:cNvGrpSpPr/>
            <p:nvPr>
              <p:custDataLst>
                <p:tags r:id="rId9"/>
              </p:custDataLst>
            </p:nvPr>
          </p:nvGrpSpPr>
          <p:grpSpPr>
            <a:xfrm>
              <a:off x="981" y="3476"/>
              <a:ext cx="351" cy="351"/>
              <a:chOff x="5660400" y="238125"/>
              <a:chExt cx="481825" cy="481825"/>
            </a:xfrm>
            <a:solidFill>
              <a:srgbClr val="003591"/>
            </a:solidFill>
          </p:grpSpPr>
          <p:sp>
            <p:nvSpPr>
              <p:cNvPr id="43" name="Google Shape;8684;p7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660400" y="436700"/>
                <a:ext cx="481825" cy="283250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1330" extrusionOk="0">
                    <a:moveTo>
                      <a:pt x="5120" y="1130"/>
                    </a:moveTo>
                    <a:cubicBezTo>
                      <a:pt x="5433" y="1130"/>
                      <a:pt x="5683" y="1380"/>
                      <a:pt x="5683" y="1693"/>
                    </a:cubicBezTo>
                    <a:cubicBezTo>
                      <a:pt x="5683" y="2006"/>
                      <a:pt x="5433" y="2259"/>
                      <a:pt x="5120" y="2259"/>
                    </a:cubicBezTo>
                    <a:lnTo>
                      <a:pt x="2861" y="2259"/>
                    </a:lnTo>
                    <a:cubicBezTo>
                      <a:pt x="2548" y="2259"/>
                      <a:pt x="2298" y="2006"/>
                      <a:pt x="2298" y="1693"/>
                    </a:cubicBezTo>
                    <a:cubicBezTo>
                      <a:pt x="2298" y="1380"/>
                      <a:pt x="2548" y="1130"/>
                      <a:pt x="2861" y="1130"/>
                    </a:cubicBezTo>
                    <a:close/>
                    <a:moveTo>
                      <a:pt x="10766" y="1130"/>
                    </a:moveTo>
                    <a:cubicBezTo>
                      <a:pt x="11079" y="1130"/>
                      <a:pt x="11329" y="1380"/>
                      <a:pt x="11329" y="1693"/>
                    </a:cubicBezTo>
                    <a:cubicBezTo>
                      <a:pt x="11329" y="2006"/>
                      <a:pt x="11079" y="2259"/>
                      <a:pt x="10766" y="2259"/>
                    </a:cubicBezTo>
                    <a:lnTo>
                      <a:pt x="8507" y="2259"/>
                    </a:lnTo>
                    <a:cubicBezTo>
                      <a:pt x="8194" y="2259"/>
                      <a:pt x="7944" y="2006"/>
                      <a:pt x="7944" y="1693"/>
                    </a:cubicBezTo>
                    <a:cubicBezTo>
                      <a:pt x="7944" y="1380"/>
                      <a:pt x="8194" y="1130"/>
                      <a:pt x="8507" y="1130"/>
                    </a:cubicBezTo>
                    <a:close/>
                    <a:moveTo>
                      <a:pt x="16412" y="1130"/>
                    </a:moveTo>
                    <a:cubicBezTo>
                      <a:pt x="16725" y="1130"/>
                      <a:pt x="16975" y="1380"/>
                      <a:pt x="16975" y="1693"/>
                    </a:cubicBezTo>
                    <a:cubicBezTo>
                      <a:pt x="16975" y="2006"/>
                      <a:pt x="16725" y="2259"/>
                      <a:pt x="16412" y="2259"/>
                    </a:cubicBezTo>
                    <a:lnTo>
                      <a:pt x="14153" y="2259"/>
                    </a:lnTo>
                    <a:cubicBezTo>
                      <a:pt x="13840" y="2259"/>
                      <a:pt x="13590" y="2006"/>
                      <a:pt x="13590" y="1693"/>
                    </a:cubicBezTo>
                    <a:cubicBezTo>
                      <a:pt x="13590" y="1380"/>
                      <a:pt x="13840" y="1130"/>
                      <a:pt x="14153" y="1130"/>
                    </a:cubicBezTo>
                    <a:close/>
                    <a:moveTo>
                      <a:pt x="5120" y="4518"/>
                    </a:moveTo>
                    <a:cubicBezTo>
                      <a:pt x="5433" y="4518"/>
                      <a:pt x="5683" y="4767"/>
                      <a:pt x="5683" y="5081"/>
                    </a:cubicBezTo>
                    <a:cubicBezTo>
                      <a:pt x="5683" y="5394"/>
                      <a:pt x="5433" y="5647"/>
                      <a:pt x="5120" y="5647"/>
                    </a:cubicBezTo>
                    <a:lnTo>
                      <a:pt x="2861" y="5647"/>
                    </a:lnTo>
                    <a:cubicBezTo>
                      <a:pt x="2548" y="5647"/>
                      <a:pt x="2298" y="5394"/>
                      <a:pt x="2298" y="5081"/>
                    </a:cubicBezTo>
                    <a:cubicBezTo>
                      <a:pt x="2298" y="4767"/>
                      <a:pt x="2548" y="4518"/>
                      <a:pt x="2861" y="4518"/>
                    </a:cubicBezTo>
                    <a:close/>
                    <a:moveTo>
                      <a:pt x="10766" y="4518"/>
                    </a:moveTo>
                    <a:cubicBezTo>
                      <a:pt x="11079" y="4518"/>
                      <a:pt x="11329" y="4767"/>
                      <a:pt x="11329" y="5081"/>
                    </a:cubicBezTo>
                    <a:cubicBezTo>
                      <a:pt x="11329" y="5394"/>
                      <a:pt x="11079" y="5647"/>
                      <a:pt x="10766" y="5647"/>
                    </a:cubicBezTo>
                    <a:lnTo>
                      <a:pt x="8507" y="5647"/>
                    </a:lnTo>
                    <a:cubicBezTo>
                      <a:pt x="8194" y="5647"/>
                      <a:pt x="7944" y="5394"/>
                      <a:pt x="7944" y="5081"/>
                    </a:cubicBezTo>
                    <a:cubicBezTo>
                      <a:pt x="7944" y="4767"/>
                      <a:pt x="8194" y="4518"/>
                      <a:pt x="8507" y="4518"/>
                    </a:cubicBezTo>
                    <a:close/>
                    <a:moveTo>
                      <a:pt x="16412" y="4518"/>
                    </a:moveTo>
                    <a:cubicBezTo>
                      <a:pt x="16725" y="4518"/>
                      <a:pt x="16975" y="4767"/>
                      <a:pt x="16975" y="5081"/>
                    </a:cubicBezTo>
                    <a:cubicBezTo>
                      <a:pt x="16975" y="5394"/>
                      <a:pt x="16725" y="5647"/>
                      <a:pt x="16412" y="5647"/>
                    </a:cubicBezTo>
                    <a:lnTo>
                      <a:pt x="14153" y="5647"/>
                    </a:lnTo>
                    <a:cubicBezTo>
                      <a:pt x="13840" y="5647"/>
                      <a:pt x="13590" y="5394"/>
                      <a:pt x="13590" y="5081"/>
                    </a:cubicBezTo>
                    <a:cubicBezTo>
                      <a:pt x="13590" y="4767"/>
                      <a:pt x="13840" y="4518"/>
                      <a:pt x="14153" y="4518"/>
                    </a:cubicBezTo>
                    <a:close/>
                    <a:moveTo>
                      <a:pt x="5120" y="7941"/>
                    </a:moveTo>
                    <a:cubicBezTo>
                      <a:pt x="5433" y="7941"/>
                      <a:pt x="5683" y="8194"/>
                      <a:pt x="5683" y="8507"/>
                    </a:cubicBezTo>
                    <a:cubicBezTo>
                      <a:pt x="5683" y="8818"/>
                      <a:pt x="5433" y="9071"/>
                      <a:pt x="5120" y="9071"/>
                    </a:cubicBezTo>
                    <a:lnTo>
                      <a:pt x="2861" y="9071"/>
                    </a:lnTo>
                    <a:cubicBezTo>
                      <a:pt x="2548" y="9071"/>
                      <a:pt x="2298" y="8818"/>
                      <a:pt x="2298" y="8507"/>
                    </a:cubicBezTo>
                    <a:cubicBezTo>
                      <a:pt x="2298" y="8194"/>
                      <a:pt x="2548" y="7941"/>
                      <a:pt x="2861" y="7941"/>
                    </a:cubicBezTo>
                    <a:close/>
                    <a:moveTo>
                      <a:pt x="10766" y="7941"/>
                    </a:moveTo>
                    <a:cubicBezTo>
                      <a:pt x="11079" y="7941"/>
                      <a:pt x="11329" y="8194"/>
                      <a:pt x="11329" y="8507"/>
                    </a:cubicBezTo>
                    <a:cubicBezTo>
                      <a:pt x="11329" y="8818"/>
                      <a:pt x="11079" y="9071"/>
                      <a:pt x="10766" y="9071"/>
                    </a:cubicBezTo>
                    <a:lnTo>
                      <a:pt x="8507" y="9071"/>
                    </a:lnTo>
                    <a:cubicBezTo>
                      <a:pt x="8194" y="9071"/>
                      <a:pt x="7944" y="8818"/>
                      <a:pt x="7944" y="8507"/>
                    </a:cubicBezTo>
                    <a:cubicBezTo>
                      <a:pt x="7944" y="8194"/>
                      <a:pt x="8194" y="7941"/>
                      <a:pt x="8507" y="7941"/>
                    </a:cubicBezTo>
                    <a:close/>
                    <a:moveTo>
                      <a:pt x="16412" y="7941"/>
                    </a:moveTo>
                    <a:cubicBezTo>
                      <a:pt x="16725" y="7941"/>
                      <a:pt x="16975" y="8194"/>
                      <a:pt x="16975" y="8507"/>
                    </a:cubicBezTo>
                    <a:cubicBezTo>
                      <a:pt x="16975" y="8818"/>
                      <a:pt x="16725" y="9071"/>
                      <a:pt x="16412" y="9071"/>
                    </a:cubicBezTo>
                    <a:lnTo>
                      <a:pt x="14153" y="9071"/>
                    </a:lnTo>
                    <a:cubicBezTo>
                      <a:pt x="13840" y="9071"/>
                      <a:pt x="13590" y="8818"/>
                      <a:pt x="13590" y="8507"/>
                    </a:cubicBezTo>
                    <a:cubicBezTo>
                      <a:pt x="13590" y="8194"/>
                      <a:pt x="13840" y="7941"/>
                      <a:pt x="14153" y="7941"/>
                    </a:cubicBezTo>
                    <a:close/>
                    <a:moveTo>
                      <a:pt x="1" y="1"/>
                    </a:moveTo>
                    <a:lnTo>
                      <a:pt x="1" y="9637"/>
                    </a:lnTo>
                    <a:cubicBezTo>
                      <a:pt x="1" y="10570"/>
                      <a:pt x="759" y="11329"/>
                      <a:pt x="1696" y="11329"/>
                    </a:cubicBezTo>
                    <a:lnTo>
                      <a:pt x="17580" y="11329"/>
                    </a:lnTo>
                    <a:cubicBezTo>
                      <a:pt x="18514" y="11329"/>
                      <a:pt x="19273" y="10570"/>
                      <a:pt x="19273" y="9637"/>
                    </a:cubicBezTo>
                    <a:lnTo>
                      <a:pt x="192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44" name="Google Shape;8685;p76"/>
              <p:cNvSpPr/>
              <p:nvPr>
                <p:custDataLst>
                  <p:tags r:id="rId11"/>
                </p:custDataLst>
              </p:nvPr>
            </p:nvSpPr>
            <p:spPr>
              <a:xfrm>
                <a:off x="5660400" y="238125"/>
                <a:ext cx="481825" cy="17037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6815" extrusionOk="0">
                    <a:moveTo>
                      <a:pt x="3990" y="1129"/>
                    </a:moveTo>
                    <a:cubicBezTo>
                      <a:pt x="4304" y="1129"/>
                      <a:pt x="4557" y="1382"/>
                      <a:pt x="4557" y="1695"/>
                    </a:cubicBezTo>
                    <a:lnTo>
                      <a:pt x="4557" y="3954"/>
                    </a:lnTo>
                    <a:cubicBezTo>
                      <a:pt x="4557" y="4264"/>
                      <a:pt x="4304" y="4517"/>
                      <a:pt x="3990" y="4517"/>
                    </a:cubicBezTo>
                    <a:cubicBezTo>
                      <a:pt x="3677" y="4517"/>
                      <a:pt x="3427" y="4264"/>
                      <a:pt x="3427" y="3954"/>
                    </a:cubicBezTo>
                    <a:lnTo>
                      <a:pt x="3427" y="1695"/>
                    </a:lnTo>
                    <a:cubicBezTo>
                      <a:pt x="3427" y="1382"/>
                      <a:pt x="3677" y="1129"/>
                      <a:pt x="3990" y="1129"/>
                    </a:cubicBezTo>
                    <a:close/>
                    <a:moveTo>
                      <a:pt x="9637" y="1129"/>
                    </a:moveTo>
                    <a:cubicBezTo>
                      <a:pt x="9950" y="1129"/>
                      <a:pt x="10203" y="1382"/>
                      <a:pt x="10203" y="1695"/>
                    </a:cubicBezTo>
                    <a:lnTo>
                      <a:pt x="10203" y="3954"/>
                    </a:lnTo>
                    <a:cubicBezTo>
                      <a:pt x="10203" y="4264"/>
                      <a:pt x="9950" y="4517"/>
                      <a:pt x="9637" y="4517"/>
                    </a:cubicBezTo>
                    <a:cubicBezTo>
                      <a:pt x="9323" y="4517"/>
                      <a:pt x="9073" y="4264"/>
                      <a:pt x="9073" y="3954"/>
                    </a:cubicBezTo>
                    <a:lnTo>
                      <a:pt x="9073" y="1695"/>
                    </a:lnTo>
                    <a:cubicBezTo>
                      <a:pt x="9073" y="1382"/>
                      <a:pt x="9323" y="1129"/>
                      <a:pt x="9637" y="1129"/>
                    </a:cubicBezTo>
                    <a:close/>
                    <a:moveTo>
                      <a:pt x="15283" y="1129"/>
                    </a:moveTo>
                    <a:cubicBezTo>
                      <a:pt x="15596" y="1129"/>
                      <a:pt x="15849" y="1382"/>
                      <a:pt x="15849" y="1695"/>
                    </a:cubicBezTo>
                    <a:lnTo>
                      <a:pt x="15849" y="3954"/>
                    </a:lnTo>
                    <a:cubicBezTo>
                      <a:pt x="15849" y="4264"/>
                      <a:pt x="15596" y="4517"/>
                      <a:pt x="15283" y="4517"/>
                    </a:cubicBezTo>
                    <a:cubicBezTo>
                      <a:pt x="14969" y="4517"/>
                      <a:pt x="14719" y="4264"/>
                      <a:pt x="14719" y="3954"/>
                    </a:cubicBezTo>
                    <a:lnTo>
                      <a:pt x="14719" y="1695"/>
                    </a:lnTo>
                    <a:cubicBezTo>
                      <a:pt x="14719" y="1382"/>
                      <a:pt x="14969" y="1129"/>
                      <a:pt x="15283" y="1129"/>
                    </a:cubicBezTo>
                    <a:close/>
                    <a:moveTo>
                      <a:pt x="3990" y="0"/>
                    </a:moveTo>
                    <a:cubicBezTo>
                      <a:pt x="3054" y="0"/>
                      <a:pt x="2298" y="759"/>
                      <a:pt x="2298" y="1695"/>
                    </a:cubicBezTo>
                    <a:lnTo>
                      <a:pt x="2298" y="2258"/>
                    </a:lnTo>
                    <a:lnTo>
                      <a:pt x="1696" y="2258"/>
                    </a:lnTo>
                    <a:cubicBezTo>
                      <a:pt x="759" y="2258"/>
                      <a:pt x="1" y="3017"/>
                      <a:pt x="1" y="3954"/>
                    </a:cubicBezTo>
                    <a:lnTo>
                      <a:pt x="1" y="6814"/>
                    </a:lnTo>
                    <a:lnTo>
                      <a:pt x="19273" y="6814"/>
                    </a:lnTo>
                    <a:lnTo>
                      <a:pt x="19273" y="3954"/>
                    </a:lnTo>
                    <a:cubicBezTo>
                      <a:pt x="19273" y="3017"/>
                      <a:pt x="18514" y="2258"/>
                      <a:pt x="17580" y="2258"/>
                    </a:cubicBezTo>
                    <a:lnTo>
                      <a:pt x="16978" y="2258"/>
                    </a:lnTo>
                    <a:lnTo>
                      <a:pt x="16978" y="1695"/>
                    </a:lnTo>
                    <a:cubicBezTo>
                      <a:pt x="16978" y="759"/>
                      <a:pt x="16219" y="0"/>
                      <a:pt x="15283" y="0"/>
                    </a:cubicBezTo>
                    <a:cubicBezTo>
                      <a:pt x="14346" y="0"/>
                      <a:pt x="13590" y="759"/>
                      <a:pt x="13590" y="1695"/>
                    </a:cubicBezTo>
                    <a:lnTo>
                      <a:pt x="13590" y="2258"/>
                    </a:lnTo>
                    <a:lnTo>
                      <a:pt x="11332" y="2258"/>
                    </a:lnTo>
                    <a:lnTo>
                      <a:pt x="11332" y="1695"/>
                    </a:lnTo>
                    <a:cubicBezTo>
                      <a:pt x="11332" y="759"/>
                      <a:pt x="10573" y="0"/>
                      <a:pt x="9637" y="0"/>
                    </a:cubicBezTo>
                    <a:cubicBezTo>
                      <a:pt x="8700" y="0"/>
                      <a:pt x="7944" y="759"/>
                      <a:pt x="7944" y="1695"/>
                    </a:cubicBezTo>
                    <a:lnTo>
                      <a:pt x="7944" y="2258"/>
                    </a:lnTo>
                    <a:lnTo>
                      <a:pt x="5686" y="2258"/>
                    </a:lnTo>
                    <a:lnTo>
                      <a:pt x="5686" y="1695"/>
                    </a:lnTo>
                    <a:cubicBezTo>
                      <a:pt x="5686" y="759"/>
                      <a:pt x="4927" y="0"/>
                      <a:pt x="399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>
              <p:custDataLst>
                <p:tags r:id="rId12"/>
              </p:custDataLst>
            </p:nvPr>
          </p:nvSpPr>
          <p:spPr>
            <a:xfrm>
              <a:off x="1479" y="3412"/>
              <a:ext cx="2805" cy="6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产品管控指标（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5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项）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Times New Roman" panose="02020603050405020304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60680" y="1271270"/>
            <a:ext cx="3445510" cy="414655"/>
            <a:chOff x="827" y="3332"/>
            <a:chExt cx="5426" cy="653"/>
          </a:xfrm>
        </p:grpSpPr>
        <p:sp>
          <p:nvSpPr>
            <p:cNvPr id="10" name="椭圆 9"/>
            <p:cNvSpPr/>
            <p:nvPr>
              <p:custDataLst>
                <p:tags r:id="rId13"/>
              </p:custDataLst>
            </p:nvPr>
          </p:nvSpPr>
          <p:spPr>
            <a:xfrm>
              <a:off x="827" y="3332"/>
              <a:ext cx="653" cy="653"/>
            </a:xfrm>
            <a:prstGeom prst="ellipse">
              <a:avLst/>
            </a:prstGeom>
            <a:solidFill>
              <a:srgbClr val="FEFFFF"/>
            </a:solidFill>
            <a:ln w="19050" cap="flat" cmpd="sng" algn="ctr">
              <a:solidFill>
                <a:srgbClr val="003591"/>
              </a:solidFill>
              <a:prstDash val="solid"/>
              <a:miter lim="800000"/>
            </a:ln>
            <a:effectLst/>
          </p:spPr>
          <p:style>
            <a:lnRef idx="2">
              <a:srgbClr val="003591">
                <a:shade val="15000"/>
              </a:srgbClr>
            </a:lnRef>
            <a:fillRef idx="1">
              <a:srgbClr val="003591"/>
            </a:fillRef>
            <a:effectRef idx="0">
              <a:srgbClr val="003591"/>
            </a:effectRef>
            <a:fontRef idx="minor">
              <a:srgbClr val="FE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11" name="Google Shape;8683;p76"/>
            <p:cNvGrpSpPr/>
            <p:nvPr>
              <p:custDataLst>
                <p:tags r:id="rId14"/>
              </p:custDataLst>
            </p:nvPr>
          </p:nvGrpSpPr>
          <p:grpSpPr>
            <a:xfrm>
              <a:off x="981" y="3476"/>
              <a:ext cx="351" cy="351"/>
              <a:chOff x="5660400" y="238125"/>
              <a:chExt cx="481825" cy="481825"/>
            </a:xfrm>
            <a:solidFill>
              <a:srgbClr val="003591"/>
            </a:solidFill>
          </p:grpSpPr>
          <p:sp>
            <p:nvSpPr>
              <p:cNvPr id="12" name="Google Shape;8684;p76"/>
              <p:cNvSpPr/>
              <p:nvPr>
                <p:custDataLst>
                  <p:tags r:id="rId15"/>
                </p:custDataLst>
              </p:nvPr>
            </p:nvSpPr>
            <p:spPr>
              <a:xfrm>
                <a:off x="5660400" y="436700"/>
                <a:ext cx="481825" cy="283250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1330" extrusionOk="0">
                    <a:moveTo>
                      <a:pt x="5120" y="1130"/>
                    </a:moveTo>
                    <a:cubicBezTo>
                      <a:pt x="5433" y="1130"/>
                      <a:pt x="5683" y="1380"/>
                      <a:pt x="5683" y="1693"/>
                    </a:cubicBezTo>
                    <a:cubicBezTo>
                      <a:pt x="5683" y="2006"/>
                      <a:pt x="5433" y="2259"/>
                      <a:pt x="5120" y="2259"/>
                    </a:cubicBezTo>
                    <a:lnTo>
                      <a:pt x="2861" y="2259"/>
                    </a:lnTo>
                    <a:cubicBezTo>
                      <a:pt x="2548" y="2259"/>
                      <a:pt x="2298" y="2006"/>
                      <a:pt x="2298" y="1693"/>
                    </a:cubicBezTo>
                    <a:cubicBezTo>
                      <a:pt x="2298" y="1380"/>
                      <a:pt x="2548" y="1130"/>
                      <a:pt x="2861" y="1130"/>
                    </a:cubicBezTo>
                    <a:close/>
                    <a:moveTo>
                      <a:pt x="10766" y="1130"/>
                    </a:moveTo>
                    <a:cubicBezTo>
                      <a:pt x="11079" y="1130"/>
                      <a:pt x="11329" y="1380"/>
                      <a:pt x="11329" y="1693"/>
                    </a:cubicBezTo>
                    <a:cubicBezTo>
                      <a:pt x="11329" y="2006"/>
                      <a:pt x="11079" y="2259"/>
                      <a:pt x="10766" y="2259"/>
                    </a:cubicBezTo>
                    <a:lnTo>
                      <a:pt x="8507" y="2259"/>
                    </a:lnTo>
                    <a:cubicBezTo>
                      <a:pt x="8194" y="2259"/>
                      <a:pt x="7944" y="2006"/>
                      <a:pt x="7944" y="1693"/>
                    </a:cubicBezTo>
                    <a:cubicBezTo>
                      <a:pt x="7944" y="1380"/>
                      <a:pt x="8194" y="1130"/>
                      <a:pt x="8507" y="1130"/>
                    </a:cubicBezTo>
                    <a:close/>
                    <a:moveTo>
                      <a:pt x="16412" y="1130"/>
                    </a:moveTo>
                    <a:cubicBezTo>
                      <a:pt x="16725" y="1130"/>
                      <a:pt x="16975" y="1380"/>
                      <a:pt x="16975" y="1693"/>
                    </a:cubicBezTo>
                    <a:cubicBezTo>
                      <a:pt x="16975" y="2006"/>
                      <a:pt x="16725" y="2259"/>
                      <a:pt x="16412" y="2259"/>
                    </a:cubicBezTo>
                    <a:lnTo>
                      <a:pt x="14153" y="2259"/>
                    </a:lnTo>
                    <a:cubicBezTo>
                      <a:pt x="13840" y="2259"/>
                      <a:pt x="13590" y="2006"/>
                      <a:pt x="13590" y="1693"/>
                    </a:cubicBezTo>
                    <a:cubicBezTo>
                      <a:pt x="13590" y="1380"/>
                      <a:pt x="13840" y="1130"/>
                      <a:pt x="14153" y="1130"/>
                    </a:cubicBezTo>
                    <a:close/>
                    <a:moveTo>
                      <a:pt x="5120" y="4518"/>
                    </a:moveTo>
                    <a:cubicBezTo>
                      <a:pt x="5433" y="4518"/>
                      <a:pt x="5683" y="4767"/>
                      <a:pt x="5683" y="5081"/>
                    </a:cubicBezTo>
                    <a:cubicBezTo>
                      <a:pt x="5683" y="5394"/>
                      <a:pt x="5433" y="5647"/>
                      <a:pt x="5120" y="5647"/>
                    </a:cubicBezTo>
                    <a:lnTo>
                      <a:pt x="2861" y="5647"/>
                    </a:lnTo>
                    <a:cubicBezTo>
                      <a:pt x="2548" y="5647"/>
                      <a:pt x="2298" y="5394"/>
                      <a:pt x="2298" y="5081"/>
                    </a:cubicBezTo>
                    <a:cubicBezTo>
                      <a:pt x="2298" y="4767"/>
                      <a:pt x="2548" y="4518"/>
                      <a:pt x="2861" y="4518"/>
                    </a:cubicBezTo>
                    <a:close/>
                    <a:moveTo>
                      <a:pt x="10766" y="4518"/>
                    </a:moveTo>
                    <a:cubicBezTo>
                      <a:pt x="11079" y="4518"/>
                      <a:pt x="11329" y="4767"/>
                      <a:pt x="11329" y="5081"/>
                    </a:cubicBezTo>
                    <a:cubicBezTo>
                      <a:pt x="11329" y="5394"/>
                      <a:pt x="11079" y="5647"/>
                      <a:pt x="10766" y="5647"/>
                    </a:cubicBezTo>
                    <a:lnTo>
                      <a:pt x="8507" y="5647"/>
                    </a:lnTo>
                    <a:cubicBezTo>
                      <a:pt x="8194" y="5647"/>
                      <a:pt x="7944" y="5394"/>
                      <a:pt x="7944" y="5081"/>
                    </a:cubicBezTo>
                    <a:cubicBezTo>
                      <a:pt x="7944" y="4767"/>
                      <a:pt x="8194" y="4518"/>
                      <a:pt x="8507" y="4518"/>
                    </a:cubicBezTo>
                    <a:close/>
                    <a:moveTo>
                      <a:pt x="16412" y="4518"/>
                    </a:moveTo>
                    <a:cubicBezTo>
                      <a:pt x="16725" y="4518"/>
                      <a:pt x="16975" y="4767"/>
                      <a:pt x="16975" y="5081"/>
                    </a:cubicBezTo>
                    <a:cubicBezTo>
                      <a:pt x="16975" y="5394"/>
                      <a:pt x="16725" y="5647"/>
                      <a:pt x="16412" y="5647"/>
                    </a:cubicBezTo>
                    <a:lnTo>
                      <a:pt x="14153" y="5647"/>
                    </a:lnTo>
                    <a:cubicBezTo>
                      <a:pt x="13840" y="5647"/>
                      <a:pt x="13590" y="5394"/>
                      <a:pt x="13590" y="5081"/>
                    </a:cubicBezTo>
                    <a:cubicBezTo>
                      <a:pt x="13590" y="4767"/>
                      <a:pt x="13840" y="4518"/>
                      <a:pt x="14153" y="4518"/>
                    </a:cubicBezTo>
                    <a:close/>
                    <a:moveTo>
                      <a:pt x="5120" y="7941"/>
                    </a:moveTo>
                    <a:cubicBezTo>
                      <a:pt x="5433" y="7941"/>
                      <a:pt x="5683" y="8194"/>
                      <a:pt x="5683" y="8507"/>
                    </a:cubicBezTo>
                    <a:cubicBezTo>
                      <a:pt x="5683" y="8818"/>
                      <a:pt x="5433" y="9071"/>
                      <a:pt x="5120" y="9071"/>
                    </a:cubicBezTo>
                    <a:lnTo>
                      <a:pt x="2861" y="9071"/>
                    </a:lnTo>
                    <a:cubicBezTo>
                      <a:pt x="2548" y="9071"/>
                      <a:pt x="2298" y="8818"/>
                      <a:pt x="2298" y="8507"/>
                    </a:cubicBezTo>
                    <a:cubicBezTo>
                      <a:pt x="2298" y="8194"/>
                      <a:pt x="2548" y="7941"/>
                      <a:pt x="2861" y="7941"/>
                    </a:cubicBezTo>
                    <a:close/>
                    <a:moveTo>
                      <a:pt x="10766" y="7941"/>
                    </a:moveTo>
                    <a:cubicBezTo>
                      <a:pt x="11079" y="7941"/>
                      <a:pt x="11329" y="8194"/>
                      <a:pt x="11329" y="8507"/>
                    </a:cubicBezTo>
                    <a:cubicBezTo>
                      <a:pt x="11329" y="8818"/>
                      <a:pt x="11079" y="9071"/>
                      <a:pt x="10766" y="9071"/>
                    </a:cubicBezTo>
                    <a:lnTo>
                      <a:pt x="8507" y="9071"/>
                    </a:lnTo>
                    <a:cubicBezTo>
                      <a:pt x="8194" y="9071"/>
                      <a:pt x="7944" y="8818"/>
                      <a:pt x="7944" y="8507"/>
                    </a:cubicBezTo>
                    <a:cubicBezTo>
                      <a:pt x="7944" y="8194"/>
                      <a:pt x="8194" y="7941"/>
                      <a:pt x="8507" y="7941"/>
                    </a:cubicBezTo>
                    <a:close/>
                    <a:moveTo>
                      <a:pt x="16412" y="7941"/>
                    </a:moveTo>
                    <a:cubicBezTo>
                      <a:pt x="16725" y="7941"/>
                      <a:pt x="16975" y="8194"/>
                      <a:pt x="16975" y="8507"/>
                    </a:cubicBezTo>
                    <a:cubicBezTo>
                      <a:pt x="16975" y="8818"/>
                      <a:pt x="16725" y="9071"/>
                      <a:pt x="16412" y="9071"/>
                    </a:cubicBezTo>
                    <a:lnTo>
                      <a:pt x="14153" y="9071"/>
                    </a:lnTo>
                    <a:cubicBezTo>
                      <a:pt x="13840" y="9071"/>
                      <a:pt x="13590" y="8818"/>
                      <a:pt x="13590" y="8507"/>
                    </a:cubicBezTo>
                    <a:cubicBezTo>
                      <a:pt x="13590" y="8194"/>
                      <a:pt x="13840" y="7941"/>
                      <a:pt x="14153" y="7941"/>
                    </a:cubicBezTo>
                    <a:close/>
                    <a:moveTo>
                      <a:pt x="1" y="1"/>
                    </a:moveTo>
                    <a:lnTo>
                      <a:pt x="1" y="9637"/>
                    </a:lnTo>
                    <a:cubicBezTo>
                      <a:pt x="1" y="10570"/>
                      <a:pt x="759" y="11329"/>
                      <a:pt x="1696" y="11329"/>
                    </a:cubicBezTo>
                    <a:lnTo>
                      <a:pt x="17580" y="11329"/>
                    </a:lnTo>
                    <a:cubicBezTo>
                      <a:pt x="18514" y="11329"/>
                      <a:pt x="19273" y="10570"/>
                      <a:pt x="19273" y="9637"/>
                    </a:cubicBezTo>
                    <a:lnTo>
                      <a:pt x="192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13" name="Google Shape;8685;p76"/>
              <p:cNvSpPr/>
              <p:nvPr>
                <p:custDataLst>
                  <p:tags r:id="rId16"/>
                </p:custDataLst>
              </p:nvPr>
            </p:nvSpPr>
            <p:spPr>
              <a:xfrm>
                <a:off x="5660400" y="238125"/>
                <a:ext cx="481825" cy="17037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6815" extrusionOk="0">
                    <a:moveTo>
                      <a:pt x="3990" y="1129"/>
                    </a:moveTo>
                    <a:cubicBezTo>
                      <a:pt x="4304" y="1129"/>
                      <a:pt x="4557" y="1382"/>
                      <a:pt x="4557" y="1695"/>
                    </a:cubicBezTo>
                    <a:lnTo>
                      <a:pt x="4557" y="3954"/>
                    </a:lnTo>
                    <a:cubicBezTo>
                      <a:pt x="4557" y="4264"/>
                      <a:pt x="4304" y="4517"/>
                      <a:pt x="3990" y="4517"/>
                    </a:cubicBezTo>
                    <a:cubicBezTo>
                      <a:pt x="3677" y="4517"/>
                      <a:pt x="3427" y="4264"/>
                      <a:pt x="3427" y="3954"/>
                    </a:cubicBezTo>
                    <a:lnTo>
                      <a:pt x="3427" y="1695"/>
                    </a:lnTo>
                    <a:cubicBezTo>
                      <a:pt x="3427" y="1382"/>
                      <a:pt x="3677" y="1129"/>
                      <a:pt x="3990" y="1129"/>
                    </a:cubicBezTo>
                    <a:close/>
                    <a:moveTo>
                      <a:pt x="9637" y="1129"/>
                    </a:moveTo>
                    <a:cubicBezTo>
                      <a:pt x="9950" y="1129"/>
                      <a:pt x="10203" y="1382"/>
                      <a:pt x="10203" y="1695"/>
                    </a:cubicBezTo>
                    <a:lnTo>
                      <a:pt x="10203" y="3954"/>
                    </a:lnTo>
                    <a:cubicBezTo>
                      <a:pt x="10203" y="4264"/>
                      <a:pt x="9950" y="4517"/>
                      <a:pt x="9637" y="4517"/>
                    </a:cubicBezTo>
                    <a:cubicBezTo>
                      <a:pt x="9323" y="4517"/>
                      <a:pt x="9073" y="4264"/>
                      <a:pt x="9073" y="3954"/>
                    </a:cubicBezTo>
                    <a:lnTo>
                      <a:pt x="9073" y="1695"/>
                    </a:lnTo>
                    <a:cubicBezTo>
                      <a:pt x="9073" y="1382"/>
                      <a:pt x="9323" y="1129"/>
                      <a:pt x="9637" y="1129"/>
                    </a:cubicBezTo>
                    <a:close/>
                    <a:moveTo>
                      <a:pt x="15283" y="1129"/>
                    </a:moveTo>
                    <a:cubicBezTo>
                      <a:pt x="15596" y="1129"/>
                      <a:pt x="15849" y="1382"/>
                      <a:pt x="15849" y="1695"/>
                    </a:cubicBezTo>
                    <a:lnTo>
                      <a:pt x="15849" y="3954"/>
                    </a:lnTo>
                    <a:cubicBezTo>
                      <a:pt x="15849" y="4264"/>
                      <a:pt x="15596" y="4517"/>
                      <a:pt x="15283" y="4517"/>
                    </a:cubicBezTo>
                    <a:cubicBezTo>
                      <a:pt x="14969" y="4517"/>
                      <a:pt x="14719" y="4264"/>
                      <a:pt x="14719" y="3954"/>
                    </a:cubicBezTo>
                    <a:lnTo>
                      <a:pt x="14719" y="1695"/>
                    </a:lnTo>
                    <a:cubicBezTo>
                      <a:pt x="14719" y="1382"/>
                      <a:pt x="14969" y="1129"/>
                      <a:pt x="15283" y="1129"/>
                    </a:cubicBezTo>
                    <a:close/>
                    <a:moveTo>
                      <a:pt x="3990" y="0"/>
                    </a:moveTo>
                    <a:cubicBezTo>
                      <a:pt x="3054" y="0"/>
                      <a:pt x="2298" y="759"/>
                      <a:pt x="2298" y="1695"/>
                    </a:cubicBezTo>
                    <a:lnTo>
                      <a:pt x="2298" y="2258"/>
                    </a:lnTo>
                    <a:lnTo>
                      <a:pt x="1696" y="2258"/>
                    </a:lnTo>
                    <a:cubicBezTo>
                      <a:pt x="759" y="2258"/>
                      <a:pt x="1" y="3017"/>
                      <a:pt x="1" y="3954"/>
                    </a:cubicBezTo>
                    <a:lnTo>
                      <a:pt x="1" y="6814"/>
                    </a:lnTo>
                    <a:lnTo>
                      <a:pt x="19273" y="6814"/>
                    </a:lnTo>
                    <a:lnTo>
                      <a:pt x="19273" y="3954"/>
                    </a:lnTo>
                    <a:cubicBezTo>
                      <a:pt x="19273" y="3017"/>
                      <a:pt x="18514" y="2258"/>
                      <a:pt x="17580" y="2258"/>
                    </a:cubicBezTo>
                    <a:lnTo>
                      <a:pt x="16978" y="2258"/>
                    </a:lnTo>
                    <a:lnTo>
                      <a:pt x="16978" y="1695"/>
                    </a:lnTo>
                    <a:cubicBezTo>
                      <a:pt x="16978" y="759"/>
                      <a:pt x="16219" y="0"/>
                      <a:pt x="15283" y="0"/>
                    </a:cubicBezTo>
                    <a:cubicBezTo>
                      <a:pt x="14346" y="0"/>
                      <a:pt x="13590" y="759"/>
                      <a:pt x="13590" y="1695"/>
                    </a:cubicBezTo>
                    <a:lnTo>
                      <a:pt x="13590" y="2258"/>
                    </a:lnTo>
                    <a:lnTo>
                      <a:pt x="11332" y="2258"/>
                    </a:lnTo>
                    <a:lnTo>
                      <a:pt x="11332" y="1695"/>
                    </a:lnTo>
                    <a:cubicBezTo>
                      <a:pt x="11332" y="759"/>
                      <a:pt x="10573" y="0"/>
                      <a:pt x="9637" y="0"/>
                    </a:cubicBezTo>
                    <a:cubicBezTo>
                      <a:pt x="8700" y="0"/>
                      <a:pt x="7944" y="759"/>
                      <a:pt x="7944" y="1695"/>
                    </a:cubicBezTo>
                    <a:lnTo>
                      <a:pt x="7944" y="2258"/>
                    </a:lnTo>
                    <a:lnTo>
                      <a:pt x="5686" y="2258"/>
                    </a:lnTo>
                    <a:lnTo>
                      <a:pt x="5686" y="1695"/>
                    </a:lnTo>
                    <a:cubicBezTo>
                      <a:pt x="5686" y="759"/>
                      <a:pt x="4927" y="0"/>
                      <a:pt x="399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14" name="文本框 13"/>
            <p:cNvSpPr txBox="1"/>
            <p:nvPr>
              <p:custDataLst>
                <p:tags r:id="rId17"/>
              </p:custDataLst>
            </p:nvPr>
          </p:nvSpPr>
          <p:spPr>
            <a:xfrm>
              <a:off x="1419" y="3427"/>
              <a:ext cx="4834" cy="5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经营单位及项目公司整体指标（</a:t>
              </a:r>
              <a:r>
                <a:rPr kumimoji="1" lang="en-US" altLang="zh-CN" sz="1400" b="1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11</a:t>
              </a:r>
              <a:r>
                <a:rPr kumimoji="1" lang="zh-CN" altLang="en-US" sz="1400" b="1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项）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Times New Roman" panose="02020603050405020304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541385" y="1280795"/>
            <a:ext cx="2648585" cy="476250"/>
            <a:chOff x="827" y="3332"/>
            <a:chExt cx="4171" cy="750"/>
          </a:xfrm>
        </p:grpSpPr>
        <p:sp>
          <p:nvSpPr>
            <p:cNvPr id="16" name="椭圆 15"/>
            <p:cNvSpPr/>
            <p:nvPr>
              <p:custDataLst>
                <p:tags r:id="rId18"/>
              </p:custDataLst>
            </p:nvPr>
          </p:nvSpPr>
          <p:spPr>
            <a:xfrm>
              <a:off x="827" y="3332"/>
              <a:ext cx="653" cy="653"/>
            </a:xfrm>
            <a:prstGeom prst="ellipse">
              <a:avLst/>
            </a:prstGeom>
            <a:solidFill>
              <a:srgbClr val="FEFFFF"/>
            </a:solidFill>
            <a:ln w="19050" cap="flat" cmpd="sng" algn="ctr">
              <a:solidFill>
                <a:srgbClr val="003591"/>
              </a:solidFill>
              <a:prstDash val="solid"/>
              <a:miter lim="800000"/>
            </a:ln>
            <a:effectLst/>
          </p:spPr>
          <p:style>
            <a:lnRef idx="2">
              <a:srgbClr val="003591">
                <a:shade val="15000"/>
              </a:srgbClr>
            </a:lnRef>
            <a:fillRef idx="1">
              <a:srgbClr val="003591"/>
            </a:fillRef>
            <a:effectRef idx="0">
              <a:srgbClr val="003591"/>
            </a:effectRef>
            <a:fontRef idx="minor">
              <a:srgbClr val="FE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17" name="Google Shape;8683;p76"/>
            <p:cNvGrpSpPr/>
            <p:nvPr>
              <p:custDataLst>
                <p:tags r:id="rId19"/>
              </p:custDataLst>
            </p:nvPr>
          </p:nvGrpSpPr>
          <p:grpSpPr>
            <a:xfrm>
              <a:off x="981" y="3476"/>
              <a:ext cx="351" cy="351"/>
              <a:chOff x="5660400" y="238125"/>
              <a:chExt cx="481825" cy="481825"/>
            </a:xfrm>
            <a:solidFill>
              <a:srgbClr val="003591"/>
            </a:solidFill>
          </p:grpSpPr>
          <p:sp>
            <p:nvSpPr>
              <p:cNvPr id="70" name="Google Shape;8684;p76"/>
              <p:cNvSpPr/>
              <p:nvPr>
                <p:custDataLst>
                  <p:tags r:id="rId20"/>
                </p:custDataLst>
              </p:nvPr>
            </p:nvSpPr>
            <p:spPr>
              <a:xfrm>
                <a:off x="5660400" y="436700"/>
                <a:ext cx="481825" cy="283250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1330" extrusionOk="0">
                    <a:moveTo>
                      <a:pt x="5120" y="1130"/>
                    </a:moveTo>
                    <a:cubicBezTo>
                      <a:pt x="5433" y="1130"/>
                      <a:pt x="5683" y="1380"/>
                      <a:pt x="5683" y="1693"/>
                    </a:cubicBezTo>
                    <a:cubicBezTo>
                      <a:pt x="5683" y="2006"/>
                      <a:pt x="5433" y="2259"/>
                      <a:pt x="5120" y="2259"/>
                    </a:cubicBezTo>
                    <a:lnTo>
                      <a:pt x="2861" y="2259"/>
                    </a:lnTo>
                    <a:cubicBezTo>
                      <a:pt x="2548" y="2259"/>
                      <a:pt x="2298" y="2006"/>
                      <a:pt x="2298" y="1693"/>
                    </a:cubicBezTo>
                    <a:cubicBezTo>
                      <a:pt x="2298" y="1380"/>
                      <a:pt x="2548" y="1130"/>
                      <a:pt x="2861" y="1130"/>
                    </a:cubicBezTo>
                    <a:close/>
                    <a:moveTo>
                      <a:pt x="10766" y="1130"/>
                    </a:moveTo>
                    <a:cubicBezTo>
                      <a:pt x="11079" y="1130"/>
                      <a:pt x="11329" y="1380"/>
                      <a:pt x="11329" y="1693"/>
                    </a:cubicBezTo>
                    <a:cubicBezTo>
                      <a:pt x="11329" y="2006"/>
                      <a:pt x="11079" y="2259"/>
                      <a:pt x="10766" y="2259"/>
                    </a:cubicBezTo>
                    <a:lnTo>
                      <a:pt x="8507" y="2259"/>
                    </a:lnTo>
                    <a:cubicBezTo>
                      <a:pt x="8194" y="2259"/>
                      <a:pt x="7944" y="2006"/>
                      <a:pt x="7944" y="1693"/>
                    </a:cubicBezTo>
                    <a:cubicBezTo>
                      <a:pt x="7944" y="1380"/>
                      <a:pt x="8194" y="1130"/>
                      <a:pt x="8507" y="1130"/>
                    </a:cubicBezTo>
                    <a:close/>
                    <a:moveTo>
                      <a:pt x="16412" y="1130"/>
                    </a:moveTo>
                    <a:cubicBezTo>
                      <a:pt x="16725" y="1130"/>
                      <a:pt x="16975" y="1380"/>
                      <a:pt x="16975" y="1693"/>
                    </a:cubicBezTo>
                    <a:cubicBezTo>
                      <a:pt x="16975" y="2006"/>
                      <a:pt x="16725" y="2259"/>
                      <a:pt x="16412" y="2259"/>
                    </a:cubicBezTo>
                    <a:lnTo>
                      <a:pt x="14153" y="2259"/>
                    </a:lnTo>
                    <a:cubicBezTo>
                      <a:pt x="13840" y="2259"/>
                      <a:pt x="13590" y="2006"/>
                      <a:pt x="13590" y="1693"/>
                    </a:cubicBezTo>
                    <a:cubicBezTo>
                      <a:pt x="13590" y="1380"/>
                      <a:pt x="13840" y="1130"/>
                      <a:pt x="14153" y="1130"/>
                    </a:cubicBezTo>
                    <a:close/>
                    <a:moveTo>
                      <a:pt x="5120" y="4518"/>
                    </a:moveTo>
                    <a:cubicBezTo>
                      <a:pt x="5433" y="4518"/>
                      <a:pt x="5683" y="4767"/>
                      <a:pt x="5683" y="5081"/>
                    </a:cubicBezTo>
                    <a:cubicBezTo>
                      <a:pt x="5683" y="5394"/>
                      <a:pt x="5433" y="5647"/>
                      <a:pt x="5120" y="5647"/>
                    </a:cubicBezTo>
                    <a:lnTo>
                      <a:pt x="2861" y="5647"/>
                    </a:lnTo>
                    <a:cubicBezTo>
                      <a:pt x="2548" y="5647"/>
                      <a:pt x="2298" y="5394"/>
                      <a:pt x="2298" y="5081"/>
                    </a:cubicBezTo>
                    <a:cubicBezTo>
                      <a:pt x="2298" y="4767"/>
                      <a:pt x="2548" y="4518"/>
                      <a:pt x="2861" y="4518"/>
                    </a:cubicBezTo>
                    <a:close/>
                    <a:moveTo>
                      <a:pt x="10766" y="4518"/>
                    </a:moveTo>
                    <a:cubicBezTo>
                      <a:pt x="11079" y="4518"/>
                      <a:pt x="11329" y="4767"/>
                      <a:pt x="11329" y="5081"/>
                    </a:cubicBezTo>
                    <a:cubicBezTo>
                      <a:pt x="11329" y="5394"/>
                      <a:pt x="11079" y="5647"/>
                      <a:pt x="10766" y="5647"/>
                    </a:cubicBezTo>
                    <a:lnTo>
                      <a:pt x="8507" y="5647"/>
                    </a:lnTo>
                    <a:cubicBezTo>
                      <a:pt x="8194" y="5647"/>
                      <a:pt x="7944" y="5394"/>
                      <a:pt x="7944" y="5081"/>
                    </a:cubicBezTo>
                    <a:cubicBezTo>
                      <a:pt x="7944" y="4767"/>
                      <a:pt x="8194" y="4518"/>
                      <a:pt x="8507" y="4518"/>
                    </a:cubicBezTo>
                    <a:close/>
                    <a:moveTo>
                      <a:pt x="16412" y="4518"/>
                    </a:moveTo>
                    <a:cubicBezTo>
                      <a:pt x="16725" y="4518"/>
                      <a:pt x="16975" y="4767"/>
                      <a:pt x="16975" y="5081"/>
                    </a:cubicBezTo>
                    <a:cubicBezTo>
                      <a:pt x="16975" y="5394"/>
                      <a:pt x="16725" y="5647"/>
                      <a:pt x="16412" y="5647"/>
                    </a:cubicBezTo>
                    <a:lnTo>
                      <a:pt x="14153" y="5647"/>
                    </a:lnTo>
                    <a:cubicBezTo>
                      <a:pt x="13840" y="5647"/>
                      <a:pt x="13590" y="5394"/>
                      <a:pt x="13590" y="5081"/>
                    </a:cubicBezTo>
                    <a:cubicBezTo>
                      <a:pt x="13590" y="4767"/>
                      <a:pt x="13840" y="4518"/>
                      <a:pt x="14153" y="4518"/>
                    </a:cubicBezTo>
                    <a:close/>
                    <a:moveTo>
                      <a:pt x="5120" y="7941"/>
                    </a:moveTo>
                    <a:cubicBezTo>
                      <a:pt x="5433" y="7941"/>
                      <a:pt x="5683" y="8194"/>
                      <a:pt x="5683" y="8507"/>
                    </a:cubicBezTo>
                    <a:cubicBezTo>
                      <a:pt x="5683" y="8818"/>
                      <a:pt x="5433" y="9071"/>
                      <a:pt x="5120" y="9071"/>
                    </a:cubicBezTo>
                    <a:lnTo>
                      <a:pt x="2861" y="9071"/>
                    </a:lnTo>
                    <a:cubicBezTo>
                      <a:pt x="2548" y="9071"/>
                      <a:pt x="2298" y="8818"/>
                      <a:pt x="2298" y="8507"/>
                    </a:cubicBezTo>
                    <a:cubicBezTo>
                      <a:pt x="2298" y="8194"/>
                      <a:pt x="2548" y="7941"/>
                      <a:pt x="2861" y="7941"/>
                    </a:cubicBezTo>
                    <a:close/>
                    <a:moveTo>
                      <a:pt x="10766" y="7941"/>
                    </a:moveTo>
                    <a:cubicBezTo>
                      <a:pt x="11079" y="7941"/>
                      <a:pt x="11329" y="8194"/>
                      <a:pt x="11329" y="8507"/>
                    </a:cubicBezTo>
                    <a:cubicBezTo>
                      <a:pt x="11329" y="8818"/>
                      <a:pt x="11079" y="9071"/>
                      <a:pt x="10766" y="9071"/>
                    </a:cubicBezTo>
                    <a:lnTo>
                      <a:pt x="8507" y="9071"/>
                    </a:lnTo>
                    <a:cubicBezTo>
                      <a:pt x="8194" y="9071"/>
                      <a:pt x="7944" y="8818"/>
                      <a:pt x="7944" y="8507"/>
                    </a:cubicBezTo>
                    <a:cubicBezTo>
                      <a:pt x="7944" y="8194"/>
                      <a:pt x="8194" y="7941"/>
                      <a:pt x="8507" y="7941"/>
                    </a:cubicBezTo>
                    <a:close/>
                    <a:moveTo>
                      <a:pt x="16412" y="7941"/>
                    </a:moveTo>
                    <a:cubicBezTo>
                      <a:pt x="16725" y="7941"/>
                      <a:pt x="16975" y="8194"/>
                      <a:pt x="16975" y="8507"/>
                    </a:cubicBezTo>
                    <a:cubicBezTo>
                      <a:pt x="16975" y="8818"/>
                      <a:pt x="16725" y="9071"/>
                      <a:pt x="16412" y="9071"/>
                    </a:cubicBezTo>
                    <a:lnTo>
                      <a:pt x="14153" y="9071"/>
                    </a:lnTo>
                    <a:cubicBezTo>
                      <a:pt x="13840" y="9071"/>
                      <a:pt x="13590" y="8818"/>
                      <a:pt x="13590" y="8507"/>
                    </a:cubicBezTo>
                    <a:cubicBezTo>
                      <a:pt x="13590" y="8194"/>
                      <a:pt x="13840" y="7941"/>
                      <a:pt x="14153" y="7941"/>
                    </a:cubicBezTo>
                    <a:close/>
                    <a:moveTo>
                      <a:pt x="1" y="1"/>
                    </a:moveTo>
                    <a:lnTo>
                      <a:pt x="1" y="9637"/>
                    </a:lnTo>
                    <a:cubicBezTo>
                      <a:pt x="1" y="10570"/>
                      <a:pt x="759" y="11329"/>
                      <a:pt x="1696" y="11329"/>
                    </a:cubicBezTo>
                    <a:lnTo>
                      <a:pt x="17580" y="11329"/>
                    </a:lnTo>
                    <a:cubicBezTo>
                      <a:pt x="18514" y="11329"/>
                      <a:pt x="19273" y="10570"/>
                      <a:pt x="19273" y="9637"/>
                    </a:cubicBezTo>
                    <a:lnTo>
                      <a:pt x="192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  <p:sp>
            <p:nvSpPr>
              <p:cNvPr id="71" name="Google Shape;8685;p76"/>
              <p:cNvSpPr/>
              <p:nvPr>
                <p:custDataLst>
                  <p:tags r:id="rId21"/>
                </p:custDataLst>
              </p:nvPr>
            </p:nvSpPr>
            <p:spPr>
              <a:xfrm>
                <a:off x="5660400" y="238125"/>
                <a:ext cx="481825" cy="17037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6815" extrusionOk="0">
                    <a:moveTo>
                      <a:pt x="3990" y="1129"/>
                    </a:moveTo>
                    <a:cubicBezTo>
                      <a:pt x="4304" y="1129"/>
                      <a:pt x="4557" y="1382"/>
                      <a:pt x="4557" y="1695"/>
                    </a:cubicBezTo>
                    <a:lnTo>
                      <a:pt x="4557" y="3954"/>
                    </a:lnTo>
                    <a:cubicBezTo>
                      <a:pt x="4557" y="4264"/>
                      <a:pt x="4304" y="4517"/>
                      <a:pt x="3990" y="4517"/>
                    </a:cubicBezTo>
                    <a:cubicBezTo>
                      <a:pt x="3677" y="4517"/>
                      <a:pt x="3427" y="4264"/>
                      <a:pt x="3427" y="3954"/>
                    </a:cubicBezTo>
                    <a:lnTo>
                      <a:pt x="3427" y="1695"/>
                    </a:lnTo>
                    <a:cubicBezTo>
                      <a:pt x="3427" y="1382"/>
                      <a:pt x="3677" y="1129"/>
                      <a:pt x="3990" y="1129"/>
                    </a:cubicBezTo>
                    <a:close/>
                    <a:moveTo>
                      <a:pt x="9637" y="1129"/>
                    </a:moveTo>
                    <a:cubicBezTo>
                      <a:pt x="9950" y="1129"/>
                      <a:pt x="10203" y="1382"/>
                      <a:pt x="10203" y="1695"/>
                    </a:cubicBezTo>
                    <a:lnTo>
                      <a:pt x="10203" y="3954"/>
                    </a:lnTo>
                    <a:cubicBezTo>
                      <a:pt x="10203" y="4264"/>
                      <a:pt x="9950" y="4517"/>
                      <a:pt x="9637" y="4517"/>
                    </a:cubicBezTo>
                    <a:cubicBezTo>
                      <a:pt x="9323" y="4517"/>
                      <a:pt x="9073" y="4264"/>
                      <a:pt x="9073" y="3954"/>
                    </a:cubicBezTo>
                    <a:lnTo>
                      <a:pt x="9073" y="1695"/>
                    </a:lnTo>
                    <a:cubicBezTo>
                      <a:pt x="9073" y="1382"/>
                      <a:pt x="9323" y="1129"/>
                      <a:pt x="9637" y="1129"/>
                    </a:cubicBezTo>
                    <a:close/>
                    <a:moveTo>
                      <a:pt x="15283" y="1129"/>
                    </a:moveTo>
                    <a:cubicBezTo>
                      <a:pt x="15596" y="1129"/>
                      <a:pt x="15849" y="1382"/>
                      <a:pt x="15849" y="1695"/>
                    </a:cubicBezTo>
                    <a:lnTo>
                      <a:pt x="15849" y="3954"/>
                    </a:lnTo>
                    <a:cubicBezTo>
                      <a:pt x="15849" y="4264"/>
                      <a:pt x="15596" y="4517"/>
                      <a:pt x="15283" y="4517"/>
                    </a:cubicBezTo>
                    <a:cubicBezTo>
                      <a:pt x="14969" y="4517"/>
                      <a:pt x="14719" y="4264"/>
                      <a:pt x="14719" y="3954"/>
                    </a:cubicBezTo>
                    <a:lnTo>
                      <a:pt x="14719" y="1695"/>
                    </a:lnTo>
                    <a:cubicBezTo>
                      <a:pt x="14719" y="1382"/>
                      <a:pt x="14969" y="1129"/>
                      <a:pt x="15283" y="1129"/>
                    </a:cubicBezTo>
                    <a:close/>
                    <a:moveTo>
                      <a:pt x="3990" y="0"/>
                    </a:moveTo>
                    <a:cubicBezTo>
                      <a:pt x="3054" y="0"/>
                      <a:pt x="2298" y="759"/>
                      <a:pt x="2298" y="1695"/>
                    </a:cubicBezTo>
                    <a:lnTo>
                      <a:pt x="2298" y="2258"/>
                    </a:lnTo>
                    <a:lnTo>
                      <a:pt x="1696" y="2258"/>
                    </a:lnTo>
                    <a:cubicBezTo>
                      <a:pt x="759" y="2258"/>
                      <a:pt x="1" y="3017"/>
                      <a:pt x="1" y="3954"/>
                    </a:cubicBezTo>
                    <a:lnTo>
                      <a:pt x="1" y="6814"/>
                    </a:lnTo>
                    <a:lnTo>
                      <a:pt x="19273" y="6814"/>
                    </a:lnTo>
                    <a:lnTo>
                      <a:pt x="19273" y="3954"/>
                    </a:lnTo>
                    <a:cubicBezTo>
                      <a:pt x="19273" y="3017"/>
                      <a:pt x="18514" y="2258"/>
                      <a:pt x="17580" y="2258"/>
                    </a:cubicBezTo>
                    <a:lnTo>
                      <a:pt x="16978" y="2258"/>
                    </a:lnTo>
                    <a:lnTo>
                      <a:pt x="16978" y="1695"/>
                    </a:lnTo>
                    <a:cubicBezTo>
                      <a:pt x="16978" y="759"/>
                      <a:pt x="16219" y="0"/>
                      <a:pt x="15283" y="0"/>
                    </a:cubicBezTo>
                    <a:cubicBezTo>
                      <a:pt x="14346" y="0"/>
                      <a:pt x="13590" y="759"/>
                      <a:pt x="13590" y="1695"/>
                    </a:cubicBezTo>
                    <a:lnTo>
                      <a:pt x="13590" y="2258"/>
                    </a:lnTo>
                    <a:lnTo>
                      <a:pt x="11332" y="2258"/>
                    </a:lnTo>
                    <a:lnTo>
                      <a:pt x="11332" y="1695"/>
                    </a:lnTo>
                    <a:cubicBezTo>
                      <a:pt x="11332" y="759"/>
                      <a:pt x="10573" y="0"/>
                      <a:pt x="9637" y="0"/>
                    </a:cubicBezTo>
                    <a:cubicBezTo>
                      <a:pt x="8700" y="0"/>
                      <a:pt x="7944" y="759"/>
                      <a:pt x="7944" y="1695"/>
                    </a:cubicBezTo>
                    <a:lnTo>
                      <a:pt x="7944" y="2258"/>
                    </a:lnTo>
                    <a:lnTo>
                      <a:pt x="5686" y="2258"/>
                    </a:lnTo>
                    <a:lnTo>
                      <a:pt x="5686" y="1695"/>
                    </a:lnTo>
                    <a:cubicBezTo>
                      <a:pt x="5686" y="759"/>
                      <a:pt x="4927" y="0"/>
                      <a:pt x="399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等线" panose="02010600030101010101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72" name="文本框 71"/>
            <p:cNvSpPr txBox="1"/>
            <p:nvPr>
              <p:custDataLst>
                <p:tags r:id="rId22"/>
              </p:custDataLst>
            </p:nvPr>
          </p:nvSpPr>
          <p:spPr>
            <a:xfrm>
              <a:off x="1479" y="3412"/>
              <a:ext cx="3519" cy="67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关键工序管控指标（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38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R" panose="00020600040101010101" pitchFamily="18" charset="-122"/>
                  <a:sym typeface="Times New Roman" panose="02020603050405020304"/>
                </a:rPr>
                <a:t>项）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Times New Roman" panose="02020603050405020304"/>
              </a:endParaRPr>
            </a:p>
          </p:txBody>
        </p:sp>
      </p:grp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4366895" y="1927860"/>
            <a:ext cx="3199130" cy="19424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marR="0" lvl="0" indent="-171450" algn="l" defTabSz="914400" rtl="0" fontAlgn="auto">
              <a:lnSpc>
                <a:spcPts val="16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单位产品能耗（型号、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ERP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产品种类、电装产线大类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172720" algn="l" defTabSz="914400" rtl="0" fontAlgn="auto">
              <a:lnSpc>
                <a:spcPts val="16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单位产品电耗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172720" algn="l" defTabSz="914400" rtl="0" fontAlgn="auto">
              <a:lnSpc>
                <a:spcPts val="16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单位产品蒸汽消耗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172720" algn="l" defTabSz="914400" rtl="0" fontAlgn="auto">
              <a:lnSpc>
                <a:spcPts val="16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单位产品天然气消耗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172720" algn="l" defTabSz="914400" rtl="0" fontAlgn="auto">
              <a:lnSpc>
                <a:spcPts val="16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单位产品水耗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8274050" y="1932305"/>
            <a:ext cx="3199130" cy="44176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R="0" lvl="0" indent="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变压器：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特高压、超高压、高压：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器身干燥工序单位产值能耗、</a:t>
            </a: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单位产值电耗、单位产值蒸汽消耗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试验工序单位产量电耗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171450" marR="0" lvl="0" indent="-171450" algn="l" defTabSz="914400" rtl="0" fontAlgn="auto">
              <a:lnSpc>
                <a:spcPts val="175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配电（箱变、中特、油变）：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器身</a:t>
            </a: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干燥工序单位产量电耗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试验工序单位产量电耗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171450" marR="0" lvl="0" indent="-171450" algn="l" defTabSz="914400" rtl="0" fontAlgn="auto">
              <a:lnSpc>
                <a:spcPts val="175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配电（干变）</a:t>
            </a:r>
            <a:endParaRPr lang="zh-CN" altLang="en-US" sz="1200" b="1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浇注固化工序单位产量电耗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试验工序单位产量电耗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R="0" lvl="0" indent="0" algn="l" defTabSz="914400" rtl="0" fontAlgn="auto">
              <a:lnSpc>
                <a:spcPts val="175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线缆：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ts val="175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导线、布电线、低压电缆、特种电缆、装备电缆、橡套电缆：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拉丝工序吨铜电耗、</a:t>
            </a: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吨铝电耗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</a:endParaRPr>
          </a:p>
          <a:p>
            <a:pPr marL="171450" marR="0" lvl="0" indent="-171450" algn="l" defTabSz="914400" rtl="0" fontAlgn="auto">
              <a:lnSpc>
                <a:spcPts val="175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高压电缆、中压电缆：</a:t>
            </a:r>
            <a:endParaRPr lang="zh-CN" altLang="en-US" sz="1200" b="1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拉丝工序吨铜电耗、</a:t>
            </a: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吨铝电耗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  <a:p>
            <a:pPr marL="461010" marR="0" lvl="0" indent="-228600" algn="l" defTabSz="914400" rtl="0" fontAlgn="auto">
              <a:lnSpc>
                <a:spcPts val="175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rPr>
              <a:t>交联（干法）</a:t>
            </a:r>
            <a:r>
              <a:rPr lang="zh-CN" altLang="en-US" sz="120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  <a:sym typeface="+mn-ea"/>
              </a:rPr>
              <a:t>工序单位产量电耗</a:t>
            </a:r>
            <a:endParaRPr lang="zh-CN" altLang="en-US" sz="120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075" y="344941"/>
            <a:ext cx="7481888" cy="3743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矩形 6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9525">
            <a:noFill/>
          </a:ln>
        </p:spPr>
        <p:txBody>
          <a:bodyPr lIns="91438" tIns="45719" rIns="91438" bIns="45719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grpSp>
        <p:nvGrpSpPr>
          <p:cNvPr id="14341" name="组合 13"/>
          <p:cNvGrpSpPr>
            <a:grpSpLocks noChangeAspect="1"/>
          </p:cNvGrpSpPr>
          <p:nvPr/>
        </p:nvGrpSpPr>
        <p:grpSpPr>
          <a:xfrm>
            <a:off x="6804025" y="3178175"/>
            <a:ext cx="5578475" cy="3481388"/>
            <a:chOff x="0" y="0"/>
            <a:chExt cx="5324473" cy="3322983"/>
          </a:xfrm>
        </p:grpSpPr>
        <p:pic>
          <p:nvPicPr>
            <p:cNvPr id="14345" name="图片 14"/>
            <p:cNvPicPr>
              <a:picLocks noChangeAspect="1"/>
            </p:cNvPicPr>
            <p:nvPr/>
          </p:nvPicPr>
          <p:blipFill>
            <a:blip r:embed="rId2"/>
            <a:srcRect b="52040"/>
            <a:stretch>
              <a:fillRect/>
            </a:stretch>
          </p:blipFill>
          <p:spPr>
            <a:xfrm>
              <a:off x="6344" y="0"/>
              <a:ext cx="5318129" cy="164241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346" name="图片 15"/>
            <p:cNvPicPr>
              <a:picLocks noChangeAspect="1"/>
            </p:cNvPicPr>
            <p:nvPr/>
          </p:nvPicPr>
          <p:blipFill>
            <a:blip r:embed="rId2"/>
            <a:srcRect t="50633" r="2628"/>
            <a:stretch>
              <a:fillRect/>
            </a:stretch>
          </p:blipFill>
          <p:spPr>
            <a:xfrm>
              <a:off x="0" y="1632435"/>
              <a:ext cx="5178427" cy="169054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4342" name="组合 9"/>
          <p:cNvGrpSpPr/>
          <p:nvPr/>
        </p:nvGrpSpPr>
        <p:grpSpPr>
          <a:xfrm>
            <a:off x="-14287" y="1574800"/>
            <a:ext cx="2511425" cy="5386388"/>
            <a:chOff x="0" y="1571625"/>
            <a:chExt cx="2511425" cy="5386388"/>
          </a:xfrm>
        </p:grpSpPr>
        <p:sp>
          <p:nvSpPr>
            <p:cNvPr id="14343" name="文本框 8"/>
            <p:cNvSpPr txBox="1"/>
            <p:nvPr/>
          </p:nvSpPr>
          <p:spPr>
            <a:xfrm>
              <a:off x="0" y="1571625"/>
              <a:ext cx="1495425" cy="5386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34400" b="1" dirty="0">
                  <a:solidFill>
                    <a:srgbClr val="1C48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4400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44" name="文本框 18"/>
            <p:cNvSpPr/>
            <p:nvPr/>
          </p:nvSpPr>
          <p:spPr>
            <a:xfrm>
              <a:off x="428625" y="4899025"/>
              <a:ext cx="2082800" cy="976313"/>
            </a:xfrm>
            <a:custGeom>
              <a:avLst/>
              <a:gdLst>
                <a:gd name="txL" fmla="*/ 0 w 2083287"/>
                <a:gd name="txT" fmla="*/ 0 h 976698"/>
                <a:gd name="txR" fmla="*/ 2083287 w 2083287"/>
                <a:gd name="txB" fmla="*/ 976698 h 976698"/>
              </a:gdLst>
              <a:ahLst/>
              <a:cxnLst>
                <a:cxn ang="0">
                  <a:pos x="1372333" y="0"/>
                </a:cxn>
                <a:cxn ang="0">
                  <a:pos x="2074053" y="0"/>
                </a:cxn>
                <a:cxn ang="0">
                  <a:pos x="2054959" y="196965"/>
                </a:cxn>
                <a:cxn ang="0">
                  <a:pos x="1733176" y="706677"/>
                </a:cxn>
                <a:cxn ang="0">
                  <a:pos x="818237" y="969409"/>
                </a:cxn>
                <a:cxn ang="0">
                  <a:pos x="0" y="802023"/>
                </a:cxn>
                <a:cxn ang="0">
                  <a:pos x="0" y="198159"/>
                </a:cxn>
                <a:cxn ang="0">
                  <a:pos x="769357" y="443943"/>
                </a:cxn>
                <a:cxn ang="0">
                  <a:pos x="1211418" y="321051"/>
                </a:cxn>
                <a:cxn ang="0">
                  <a:pos x="1364839" y="78312"/>
                </a:cxn>
                <a:cxn ang="0">
                  <a:pos x="1372333" y="0"/>
                </a:cxn>
              </a:cxnLst>
              <a:rect l="txL" t="txT" r="txR" b="txB"/>
              <a:pathLst>
                <a:path w="2083287" h="976698">
                  <a:moveTo>
                    <a:pt x="1378441" y="0"/>
                  </a:moveTo>
                  <a:lnTo>
                    <a:pt x="2083287" y="0"/>
                  </a:lnTo>
                  <a:lnTo>
                    <a:pt x="2064107" y="198447"/>
                  </a:lnTo>
                  <a:cubicBezTo>
                    <a:pt x="2021012" y="408454"/>
                    <a:pt x="1913273" y="579634"/>
                    <a:pt x="1740892" y="711989"/>
                  </a:cubicBezTo>
                  <a:cubicBezTo>
                    <a:pt x="1511050" y="888462"/>
                    <a:pt x="1204713" y="976698"/>
                    <a:pt x="821880" y="976698"/>
                  </a:cubicBezTo>
                  <a:cubicBezTo>
                    <a:pt x="481743" y="976698"/>
                    <a:pt x="207783" y="920483"/>
                    <a:pt x="0" y="808053"/>
                  </a:cubicBezTo>
                  <a:lnTo>
                    <a:pt x="0" y="199648"/>
                  </a:lnTo>
                  <a:cubicBezTo>
                    <a:pt x="220592" y="364736"/>
                    <a:pt x="478185" y="447280"/>
                    <a:pt x="772781" y="447280"/>
                  </a:cubicBezTo>
                  <a:cubicBezTo>
                    <a:pt x="959216" y="447280"/>
                    <a:pt x="1107226" y="406008"/>
                    <a:pt x="1216810" y="323464"/>
                  </a:cubicBezTo>
                  <a:cubicBezTo>
                    <a:pt x="1298998" y="261556"/>
                    <a:pt x="1350365" y="180035"/>
                    <a:pt x="1370912" y="78901"/>
                  </a:cubicBezTo>
                  <a:lnTo>
                    <a:pt x="1378441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2"/>
          <p:cNvSpPr txBox="1"/>
          <p:nvPr/>
        </p:nvSpPr>
        <p:spPr>
          <a:xfrm>
            <a:off x="2555124" y="2655560"/>
            <a:ext cx="7357073" cy="920750"/>
          </a:xfrm>
          <a:prstGeom prst="rect">
            <a:avLst/>
          </a:prstGeom>
          <a:noFill/>
          <a:ln w="9525">
            <a:noFill/>
          </a:ln>
        </p:spPr>
        <p:txBody>
          <a:bodyPr wrap="square" lIns="91438" tIns="45719" rIns="91438" bIns="45719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3600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“双中心” 平台功能设计</a:t>
            </a:r>
            <a:endParaRPr lang="zh-CN" altLang="en-US" sz="3600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" name="Picture 13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66637" y="754706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3.1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系统功能架构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集控中心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460" y="1328420"/>
            <a:ext cx="3826510" cy="468884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215900" indent="-215900" algn="just">
              <a:lnSpc>
                <a:spcPct val="130000"/>
              </a:lnSpc>
              <a:buFont typeface="Wingdings" panose="05000000000000000000" pitchFamily="2" charset="2"/>
              <a:buChar char="n"/>
              <a:defRPr sz="1400" ker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52095" indent="-252095">
              <a:lnSpc>
                <a:spcPct val="150000"/>
              </a:lnSpc>
            </a:pPr>
            <a:r>
              <a:rPr lang="zh-CN" altLang="en-US" sz="1600" dirty="0">
                <a:solidFill>
                  <a:srgbClr val="1C4885"/>
                </a:solidFill>
              </a:rPr>
              <a:t>零碳园区/工厂集控中心，是电装零碳园区/工厂</a:t>
            </a:r>
            <a:r>
              <a:rPr lang="zh-CN" altLang="en-US" sz="1600" b="1" dirty="0">
                <a:solidFill>
                  <a:srgbClr val="1C4885"/>
                </a:solidFill>
              </a:rPr>
              <a:t>统筹运行（监管、对标、运行评估）</a:t>
            </a:r>
            <a:r>
              <a:rPr lang="zh-CN" altLang="en-US" sz="1600" dirty="0">
                <a:solidFill>
                  <a:srgbClr val="1C4885"/>
                </a:solidFill>
              </a:rPr>
              <a:t>、调控（能源系统运行策略优化）管理的工具，也是电装</a:t>
            </a:r>
            <a:r>
              <a:rPr lang="zh-CN" altLang="en-US" sz="1600" b="1" dirty="0">
                <a:solidFill>
                  <a:srgbClr val="1C4885"/>
                </a:solidFill>
              </a:rPr>
              <a:t>绿色转型对外呈现窗口</a:t>
            </a:r>
            <a:r>
              <a:rPr lang="zh-CN" altLang="en-US" sz="1600" dirty="0">
                <a:solidFill>
                  <a:srgbClr val="1C4885"/>
                </a:solidFill>
              </a:rPr>
              <a:t>。通过统筹监管、对标和评价，实现能耗和碳排整体清晰化管控，提升企业运营管控效率，挖掘推广优秀经验（例如</a:t>
            </a:r>
            <a:r>
              <a:rPr lang="zh-CN" altLang="en-US" sz="1600" b="1" dirty="0">
                <a:solidFill>
                  <a:srgbClr val="1C4885"/>
                </a:solidFill>
              </a:rPr>
              <a:t>京津冀空调/储能/热泵的智能控制，德缆跑冒滴漏管理</a:t>
            </a:r>
            <a:r>
              <a:rPr lang="zh-CN" altLang="en-US" sz="1600" dirty="0">
                <a:solidFill>
                  <a:srgbClr val="1C4885"/>
                </a:solidFill>
              </a:rPr>
              <a:t>），指导</a:t>
            </a:r>
            <a:r>
              <a:rPr lang="zh-CN" altLang="en-US" sz="1600" b="1" dirty="0">
                <a:solidFill>
                  <a:srgbClr val="1C4885"/>
                </a:solidFill>
              </a:rPr>
              <a:t>企业持续降低管理、能源及绿色成本</a:t>
            </a:r>
            <a:r>
              <a:rPr lang="zh-CN" altLang="en-US" sz="1600" dirty="0">
                <a:solidFill>
                  <a:srgbClr val="1C4885"/>
                </a:solidFill>
              </a:rPr>
              <a:t>，稳步提升产品综合竞争力。</a:t>
            </a:r>
            <a:endParaRPr lang="zh-CN" altLang="en-US" sz="1600" dirty="0">
              <a:solidFill>
                <a:srgbClr val="1C4885"/>
              </a:solidFill>
            </a:endParaRPr>
          </a:p>
          <a:p>
            <a:pPr marL="252095" indent="-252095" fontAlgn="auto">
              <a:lnSpc>
                <a:spcPct val="150000"/>
              </a:lnSpc>
            </a:pPr>
            <a:endParaRPr lang="zh-CN" altLang="en-US" sz="1600" dirty="0">
              <a:solidFill>
                <a:srgbClr val="1C4885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982189"/>
            <a:ext cx="7573409" cy="5225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3175" cy="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2" imgW="12700" imgH="12700" progId="TCLayout.ActiveDocument.1">
                  <p:embed/>
                </p:oleObj>
              </mc:Choice>
              <mc:Fallback>
                <p:oleObj name="think-cell 幻灯片" r:id="rId2" imgW="12700" imgH="12700" progId="TCLayout.ActiveDocument.1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590"/>
                        <a:ext cx="3175" cy="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>
            <p:custDataLst>
              <p:tags r:id="rId4"/>
            </p:custDataLst>
          </p:nvPr>
        </p:nvSpPr>
        <p:spPr bwMode="auto">
          <a:xfrm>
            <a:off x="2" y="2"/>
            <a:ext cx="158751" cy="15875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numCol="1" rtlCol="0" anchor="t" anchorCtr="0" compatLnSpc="1"/>
          <a:lstStyle/>
          <a:p>
            <a:pPr defTabSz="685800"/>
            <a:endParaRPr lang="en-US" altLang="zh-CN" sz="1400" b="1" dirty="0">
              <a:sym typeface="Calibri" panose="020F0502020204030204" charset="0"/>
            </a:endParaRPr>
          </a:p>
        </p:txBody>
      </p:sp>
      <p:sp>
        <p:nvSpPr>
          <p:cNvPr id="6" name="矩形 5" hidden="1"/>
          <p:cNvSpPr/>
          <p:nvPr>
            <p:custDataLst>
              <p:tags r:id="rId5"/>
            </p:custDataLst>
          </p:nvPr>
        </p:nvSpPr>
        <p:spPr bwMode="auto">
          <a:xfrm>
            <a:off x="1" y="1"/>
            <a:ext cx="211139" cy="21113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95250" y="-45887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5" name="文本框 10"/>
          <p:cNvSpPr txBox="1">
            <a:spLocks noChangeArrowheads="1"/>
          </p:cNvSpPr>
          <p:nvPr/>
        </p:nvSpPr>
        <p:spPr bwMode="auto">
          <a:xfrm>
            <a:off x="124488" y="169743"/>
            <a:ext cx="10151961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3.2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系统功能架构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集采中心</a:t>
            </a:r>
            <a:endParaRPr lang="en-US" altLang="zh-CN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pic>
        <p:nvPicPr>
          <p:cNvPr id="9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720" y="1164590"/>
            <a:ext cx="6595110" cy="512098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AutoShape 14"/>
          <p:cNvSpPr/>
          <p:nvPr/>
        </p:nvSpPr>
        <p:spPr>
          <a:xfrm>
            <a:off x="534670" y="755015"/>
            <a:ext cx="28035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产品碳足迹集采中心</a:t>
            </a:r>
            <a:endParaRPr lang="zh-CN" altLang="en-US" sz="2000" b="1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AutoShape 15"/>
          <p:cNvSpPr/>
          <p:nvPr/>
        </p:nvSpPr>
        <p:spPr>
          <a:xfrm>
            <a:off x="139700" y="1402714"/>
            <a:ext cx="5207000" cy="2250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marR="0" lvl="0" indent="-28575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经营单位本地碳足迹系统研发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3A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ans SC" panose="020B0200000000000000" charset="-122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研究覆盖变压器、线缆、开关等电装核心产品的碳数据模型，分析碳足迹影响因素，明确活动水平数据构成与来源。</a:t>
            </a:r>
            <a:endParaRPr lang="en-US" altLang="zh-CN" sz="1400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 panose="020B0200000000000000" charset="-122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研发适配电装核心产品的产品碳足迹追踪及报告系统、构建覆盖变压器/线缆/开关核心产品的碳足迹因子集。</a:t>
            </a:r>
            <a:endParaRPr lang="zh-CN" altLang="en-US" sz="1400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 panose="020B0200000000000000" charset="-122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研发对接生产域、能源域数字化系统的数据交互标准接口，实现产品级、订单级碳足迹的自动核算和源数据追踪等功能。</a:t>
            </a:r>
            <a:endParaRPr lang="zh-CN" altLang="en-US" sz="1400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 panose="020B0200000000000000" charset="-122"/>
            </a:endParaRPr>
          </a:p>
          <a:p>
            <a:pPr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ans SC" panose="020B0200000000000000" charset="-122"/>
            </a:endParaRPr>
          </a:p>
          <a:p>
            <a:pPr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en-US" sz="1200" dirty="0">
              <a:solidFill>
                <a:srgbClr val="003A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77" name="AutoShape 15"/>
          <p:cNvSpPr/>
          <p:nvPr/>
        </p:nvSpPr>
        <p:spPr>
          <a:xfrm>
            <a:off x="139701" y="3867150"/>
            <a:ext cx="5544705" cy="968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marR="0" lvl="0" indent="-28575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对接第三方权威便捷认证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3A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ans SC" panose="020B02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构建“数据预审核+在线认证+证书快速生成”一站式便捷认证模式。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3A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ans SC" panose="020B02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完成与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3-5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家权威认证机构系统对接，缩短认证周期与成本。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3A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ans SC" panose="020B0200000000000000" charset="-122"/>
            </a:endParaRPr>
          </a:p>
        </p:txBody>
      </p:sp>
      <p:sp>
        <p:nvSpPr>
          <p:cNvPr id="7" name="AutoShape 15"/>
          <p:cNvSpPr/>
          <p:nvPr/>
        </p:nvSpPr>
        <p:spPr>
          <a:xfrm>
            <a:off x="150870" y="5317201"/>
            <a:ext cx="5544705" cy="968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marR="0" lvl="0" indent="-28575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对外示范窗口呈现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3A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ans SC" panose="020B02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打造碳足迹全景展示大屏。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3A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ans SC" panose="020B02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3A8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Noto Sans SC" panose="020B0200000000000000" charset="-122"/>
              </a:rPr>
              <a:t>呈现全名类产品碳足迹实景数据库、认证成果等内容。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3A8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" y="755015"/>
            <a:ext cx="409575" cy="409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hinkcellActiveDocDoNotDelete"/>
</p:tagLst>
</file>

<file path=ppt/tags/tag5.xml><?xml version="1.0" encoding="utf-8"?>
<p:tagLst xmlns:p="http://schemas.openxmlformats.org/presentationml/2006/main">
  <p:tag name="THINKCELLSHAPEDONOTDELETE" val="tlHuBEwCCd8AM5mvJvkt9BQ"/>
</p:tagLst>
</file>

<file path=ppt/tags/tag6.xml><?xml version="1.0" encoding="utf-8"?>
<p:tagLst xmlns:p="http://schemas.openxmlformats.org/presentationml/2006/main">
  <p:tag name="THINKCELLSHAPEDONOTDELETE" val="tqUgLtjWoRm2RPqU9YTi_iA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lHuBEwCCd8AM5mvJvkt9BQ"/>
</p:tagLst>
</file>

<file path=ppt/tags/tag9.xml><?xml version="1.0" encoding="utf-8"?>
<p:tagLst xmlns:p="http://schemas.openxmlformats.org/presentationml/2006/main">
  <p:tag name="THINKCELLSHAPEDONOTDELETE" val="tqUgLtjWoRm2RPqU9YTi_iA"/>
</p:tagLst>
</file>

<file path=ppt/tags/tag10.xml><?xml version="1.0" encoding="utf-8"?>
<p:tagLst xmlns:p="http://schemas.openxmlformats.org/presentationml/2006/main">
  <p:tag name="THINKCELLSHAPEDONOTDELETE" val="thinkcellActiveDocDoNotDelete"/>
</p:tagLst>
</file>

<file path=ppt/tags/tag11.xml><?xml version="1.0" encoding="utf-8"?>
<p:tagLst xmlns:p="http://schemas.openxmlformats.org/presentationml/2006/main">
  <p:tag name="THINKCELLSHAPEDONOTDELETE" val="tlHuBEwCCd8AM5mvJvkt9BQ"/>
</p:tagLst>
</file>

<file path=ppt/tags/tag12.xml><?xml version="1.0" encoding="utf-8"?>
<p:tagLst xmlns:p="http://schemas.openxmlformats.org/presentationml/2006/main">
  <p:tag name="THINKCELLSHAPEDONOTDELETE" val="tqUgLtjWoRm2RPqU9YTi_iA"/>
</p:tagLst>
</file>

<file path=ppt/tags/tag13.xml><?xml version="1.0" encoding="utf-8"?>
<p:tagLst xmlns:p="http://schemas.openxmlformats.org/presentationml/2006/main">
  <p:tag name="THINKCELLSHAPEDONOTDELETE" val="thinkcellActiveDocDoNotDelete"/>
</p:tagLst>
</file>

<file path=ppt/tags/tag14.xml><?xml version="1.0" encoding="utf-8"?>
<p:tagLst xmlns:p="http://schemas.openxmlformats.org/presentationml/2006/main">
  <p:tag name="THINKCELLSHAPEDONOTDELETE" val="tlHuBEwCCd8AM5mvJvkt9BQ"/>
</p:tagLst>
</file>

<file path=ppt/tags/tag15.xml><?xml version="1.0" encoding="utf-8"?>
<p:tagLst xmlns:p="http://schemas.openxmlformats.org/presentationml/2006/main">
  <p:tag name="THINKCELLSHAPEDONOTDELETE" val="tqUgLtjWoRm2RPqU9YTi_iA"/>
</p:tagLst>
</file>

<file path=ppt/tags/tag16.xml><?xml version="1.0" encoding="utf-8"?>
<p:tagLst xmlns:p="http://schemas.openxmlformats.org/presentationml/2006/main">
  <p:tag name="THINKCELLSHAPEDONOTDELETE" val="thinkcellActiveDocDoNotDelete"/>
</p:tagLst>
</file>

<file path=ppt/tags/tag17.xml><?xml version="1.0" encoding="utf-8"?>
<p:tagLst xmlns:p="http://schemas.openxmlformats.org/presentationml/2006/main">
  <p:tag name="THINKCELLSHAPEDONOTDELETE" val="tlHuBEwCCd8AM5mvJvkt9BQ"/>
</p:tagLst>
</file>

<file path=ppt/tags/tag18.xml><?xml version="1.0" encoding="utf-8"?>
<p:tagLst xmlns:p="http://schemas.openxmlformats.org/presentationml/2006/main">
  <p:tag name="THINKCELLSHAPEDONOTDELETE" val="tqUgLtjWoRm2RPqU9YTi_iA"/>
</p:tagLst>
</file>

<file path=ppt/tags/tag19.xml><?xml version="1.0" encoding="utf-8"?>
<p:tagLst xmlns:p="http://schemas.openxmlformats.org/presentationml/2006/main">
  <p:tag name="THINKCELLSHAPEDONOTDELETE" val="thinkcellActiveDocDoNotDelete"/>
</p:tagLst>
</file>

<file path=ppt/tags/tag20.xml><?xml version="1.0" encoding="utf-8"?>
<p:tagLst xmlns:p="http://schemas.openxmlformats.org/presentationml/2006/main">
  <p:tag name="THINKCELLSHAPEDONOTDELETE" val="tlHuBEwCCd8AM5mvJvkt9BQ"/>
</p:tagLst>
</file>

<file path=ppt/tags/tag21.xml><?xml version="1.0" encoding="utf-8"?>
<p:tagLst xmlns:p="http://schemas.openxmlformats.org/presentationml/2006/main">
  <p:tag name="THINKCELLSHAPEDONOTDELETE" val="tqUgLtjWoRm2RPqU9YTi_iA"/>
</p:tagLst>
</file>

<file path=ppt/tags/tag22.xml><?xml version="1.0" encoding="utf-8"?>
<p:tagLst xmlns:p="http://schemas.openxmlformats.org/presentationml/2006/main">
  <p:tag name="THINKCELLSHAPEDONOTDELETE" val="thinkcellActiveDocDoNotDelete"/>
</p:tagLst>
</file>

<file path=ppt/tags/tag23.xml><?xml version="1.0" encoding="utf-8"?>
<p:tagLst xmlns:p="http://schemas.openxmlformats.org/presentationml/2006/main">
  <p:tag name="THINKCELLSHAPEDONOTDELETE" val="tlHuBEwCCd8AM5mvJvkt9BQ"/>
</p:tagLst>
</file>

<file path=ppt/tags/tag24.xml><?xml version="1.0" encoding="utf-8"?>
<p:tagLst xmlns:p="http://schemas.openxmlformats.org/presentationml/2006/main">
  <p:tag name="THINKCELLSHAPEDONOTDELETE" val="tqUgLtjWoRm2RPqU9YTi_iA"/>
</p:tagLst>
</file>

<file path=ppt/tags/tag25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26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27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28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29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0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1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2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3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4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5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6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7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8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39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0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1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2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3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4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5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6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7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8.xml><?xml version="1.0" encoding="utf-8"?>
<p:tagLst xmlns:p="http://schemas.openxmlformats.org/presentationml/2006/main">
  <p:tag name="KSO_WM_DIAGRAM_VIRTUALLY_FRAME" val="{&quot;height&quot;:351.1888188976378,&quot;left&quot;:27.1,&quot;top&quot;:153.86818897637795,&quot;width&quot;:897.3}"/>
</p:tagLst>
</file>

<file path=ppt/tags/tag49.xml><?xml version="1.0" encoding="utf-8"?>
<p:tagLst xmlns:p="http://schemas.openxmlformats.org/presentationml/2006/main">
  <p:tag name="THINKCELLSHAPEDONOTDELETE" val="thinkcellActiveDocDoNotDelete"/>
</p:tagLst>
</file>

<file path=ppt/tags/tag50.xml><?xml version="1.0" encoding="utf-8"?>
<p:tagLst xmlns:p="http://schemas.openxmlformats.org/presentationml/2006/main">
  <p:tag name="THINKCELLSHAPEDONOTDELETE" val="tlHuBEwCCd8AM5mvJvkt9BQ"/>
</p:tagLst>
</file>

<file path=ppt/tags/tag51.xml><?xml version="1.0" encoding="utf-8"?>
<p:tagLst xmlns:p="http://schemas.openxmlformats.org/presentationml/2006/main">
  <p:tag name="THINKCELLSHAPEDONOTDELETE" val="tqUgLtjWoRm2RPqU9YTi_iA"/>
</p:tagLst>
</file>

<file path=ppt/tags/tag52.xml><?xml version="1.0" encoding="utf-8"?>
<p:tagLst xmlns:p="http://schemas.openxmlformats.org/presentationml/2006/main">
  <p:tag name="THINKCELLSHAPEDONOTDELETE" val="thinkcellActiveDocDoNotDelete"/>
</p:tagLst>
</file>

<file path=ppt/tags/tag53.xml><?xml version="1.0" encoding="utf-8"?>
<p:tagLst xmlns:p="http://schemas.openxmlformats.org/presentationml/2006/main">
  <p:tag name="THINKCELLSHAPEDONOTDELETE" val="tlHuBEwCCd8AM5mvJvkt9BQ"/>
</p:tagLst>
</file>

<file path=ppt/tags/tag54.xml><?xml version="1.0" encoding="utf-8"?>
<p:tagLst xmlns:p="http://schemas.openxmlformats.org/presentationml/2006/main">
  <p:tag name="THINKCELLSHAPEDONOTDELETE" val="tqUgLtjWoRm2RPqU9YTi_iA"/>
</p:tagLst>
</file>

<file path=ppt/tags/tag55.xml><?xml version="1.0" encoding="utf-8"?>
<p:tagLst xmlns:p="http://schemas.openxmlformats.org/presentationml/2006/main">
  <p:tag name="RESOURCE_RECORD_KEY" val="{&quot;10&quot;:[50063585],&quot;70&quot;:[3333549,3322137,3333622,3401778]}"/>
</p:tagLst>
</file>

<file path=ppt/theme/theme1.xml><?xml version="1.0" encoding="utf-8"?>
<a:theme xmlns:a="http://schemas.openxmlformats.org/drawingml/2006/main" name="1_Office 主题​​">
  <a:themeElements>
    <a:clrScheme name="TBEA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A4885"/>
      </a:accent1>
      <a:accent2>
        <a:srgbClr val="249AE5"/>
      </a:accent2>
      <a:accent3>
        <a:srgbClr val="0AAF50"/>
      </a:accent3>
      <a:accent4>
        <a:srgbClr val="FFA800"/>
      </a:accent4>
      <a:accent5>
        <a:srgbClr val="06AAD5"/>
      </a:accent5>
      <a:accent6>
        <a:srgbClr val="0069A4"/>
      </a:accent6>
      <a:hlink>
        <a:srgbClr val="4472C4"/>
      </a:hlink>
      <a:folHlink>
        <a:srgbClr val="BFBFBF"/>
      </a:folHlink>
    </a:clrScheme>
    <a:fontScheme name="font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3196</Words>
  <Application>WPS 演示</Application>
  <PresentationFormat>宽屏</PresentationFormat>
  <Paragraphs>466</Paragraphs>
  <Slides>16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16</vt:i4>
      </vt:variant>
    </vt:vector>
  </HeadingPairs>
  <TitlesOfParts>
    <vt:vector size="48" baseType="lpstr">
      <vt:lpstr>Arial</vt:lpstr>
      <vt:lpstr>宋体</vt:lpstr>
      <vt:lpstr>Wingdings</vt:lpstr>
      <vt:lpstr>Calibri</vt:lpstr>
      <vt:lpstr>微软雅黑</vt:lpstr>
      <vt:lpstr>方正小标宋简体</vt:lpstr>
      <vt:lpstr>庞门正道标题体</vt:lpstr>
      <vt:lpstr>Times New Roman</vt:lpstr>
      <vt:lpstr>Noto Sans SC</vt:lpstr>
      <vt:lpstr>Arial Unicode MS</vt:lpstr>
      <vt:lpstr>等线</vt:lpstr>
      <vt:lpstr>Calibri</vt:lpstr>
      <vt:lpstr>Wingdings</vt:lpstr>
      <vt:lpstr>Times New Roman</vt:lpstr>
      <vt:lpstr>阿里巴巴普惠体 R</vt:lpstr>
      <vt:lpstr>庞门正道标题体</vt:lpstr>
      <vt:lpstr>阿里巴巴普惠体 R</vt:lpstr>
      <vt:lpstr>Segoe Print</vt:lpstr>
      <vt:lpstr>KSOFA46DBAEB</vt:lpstr>
      <vt:lpstr>1_Office 主题​​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 能碳管控指标体系设计</vt:lpstr>
      <vt:lpstr>2.2 三级指标细则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康 李</dc:creator>
  <cp:lastModifiedBy>微信用户</cp:lastModifiedBy>
  <cp:revision>4174</cp:revision>
  <dcterms:created xsi:type="dcterms:W3CDTF">2023-10-26T07:48:00Z</dcterms:created>
  <dcterms:modified xsi:type="dcterms:W3CDTF">2026-09-16T10:51:56Z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F2A13A13CC3040AD9D0A64D5171A7309_13</vt:lpwstr>
  </property>
</Properties>
</file>